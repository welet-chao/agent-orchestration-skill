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sldIdLst>
    <p:sldId id="3779" r:id="rId2"/>
    <p:sldId id="3780" r:id="rId3"/>
    <p:sldId id="3782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ingye buno" initials="sb" lastIdx="1" clrIdx="0">
    <p:extLst>
      <p:ext uri="{19B8F6BF-5375-455C-9EA6-DF929625EA0E}">
        <p15:presenceInfo xmlns:p15="http://schemas.microsoft.com/office/powerpoint/2012/main" userId="e297bed6a80cb552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291" autoAdjust="0"/>
    <p:restoredTop sz="94660"/>
  </p:normalViewPr>
  <p:slideViewPr>
    <p:cSldViewPr snapToGrid="0">
      <p:cViewPr varScale="1">
        <p:scale>
          <a:sx n="121" d="100"/>
          <a:sy n="121" d="100"/>
        </p:scale>
        <p:origin x="56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commentAuthors" Target="commentAuthors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023F26-007C-4865-BA03-302A8A996E21}" type="datetimeFigureOut">
              <a:rPr lang="zh-CN" altLang="en-US" smtClean="0"/>
              <a:t>2026/7/30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44BF90-2C1C-4CCF-92E5-1DEC24245B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46007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8ECDFFF-6810-4A57-9032-D2D77A5B759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462606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07BC1D0-F43A-4E90-A07B-011F508F42F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982490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533400"/>
            <a:ext cx="10972800" cy="1600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09600" y="2286000"/>
            <a:ext cx="10972800" cy="1676400"/>
          </a:xfrm>
        </p:spPr>
        <p:txBody>
          <a:bodyPr anchor="ctr"/>
          <a:lstStyle>
            <a:lvl1pPr marL="0" indent="0" algn="ctr">
              <a:buNone/>
              <a:defRPr b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add author name(s)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4" hasCustomPrompt="1"/>
          </p:nvPr>
        </p:nvSpPr>
        <p:spPr>
          <a:xfrm>
            <a:off x="609600" y="4114800"/>
            <a:ext cx="10972800" cy="1676400"/>
          </a:xfrm>
        </p:spPr>
        <p:txBody>
          <a:bodyPr anchor="ctr"/>
          <a:lstStyle>
            <a:lvl1pPr marL="0" indent="0" algn="ctr">
              <a:buFontTx/>
              <a:buNone/>
              <a:defRPr b="1" baseline="0"/>
            </a:lvl1pPr>
            <a:lvl2pPr marL="457200" indent="0" algn="ctr">
              <a:buFontTx/>
              <a:buNone/>
              <a:defRPr/>
            </a:lvl2pPr>
            <a:lvl3pPr marL="914400" indent="0" algn="ctr">
              <a:buFontTx/>
              <a:buNone/>
              <a:defRPr/>
            </a:lvl3pPr>
            <a:lvl4pPr marL="1371600" indent="0" algn="ctr">
              <a:buFontTx/>
              <a:buNone/>
              <a:defRPr/>
            </a:lvl4pPr>
            <a:lvl5pPr marL="1828800" indent="0" algn="ctr">
              <a:buFontTx/>
              <a:buNone/>
              <a:defRPr/>
            </a:lvl5pPr>
          </a:lstStyle>
          <a:p>
            <a:pPr lvl="0"/>
            <a:r>
              <a:rPr lang="en-US" dirty="0"/>
              <a:t>Click to add author affiliations(s)</a:t>
            </a:r>
          </a:p>
        </p:txBody>
      </p:sp>
      <p:sp>
        <p:nvSpPr>
          <p:cNvPr id="12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737600" y="6416676"/>
            <a:ext cx="3251200" cy="365125"/>
          </a:xfr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r" defTabSz="457200">
              <a:defRPr/>
            </a:pPr>
            <a:r>
              <a:rPr lang="en-US" sz="2000" b="1">
                <a:solidFill>
                  <a:prstClr val="white"/>
                </a:solidFill>
              </a:rPr>
              <a:t>Slide </a:t>
            </a:r>
            <a:fld id="{43D13783-42DA-4D39-B1EE-338536AF036D}" type="slidenum">
              <a:rPr lang="en-US" sz="2000" b="1" smtClean="0">
                <a:solidFill>
                  <a:prstClr val="white"/>
                </a:solidFill>
              </a:rPr>
              <a:pPr algn="r" defTabSz="457200">
                <a:defRPr/>
              </a:pPr>
              <a:t>‹#›</a:t>
            </a:fld>
            <a:endParaRPr lang="en-US" sz="2000" b="1">
              <a:solidFill>
                <a:prstClr val="white"/>
              </a:solidFill>
            </a:endParaRPr>
          </a:p>
        </p:txBody>
      </p:sp>
      <p:sp>
        <p:nvSpPr>
          <p:cNvPr id="13" name="Date Placeholder 4"/>
          <p:cNvSpPr>
            <a:spLocks noGrp="1"/>
          </p:cNvSpPr>
          <p:nvPr>
            <p:ph type="dt" sz="half" idx="2"/>
          </p:nvPr>
        </p:nvSpPr>
        <p:spPr>
          <a:xfrm>
            <a:off x="203200" y="6416676"/>
            <a:ext cx="3251200" cy="365125"/>
          </a:xfrm>
          <a:prstGeom prst="rect">
            <a:avLst/>
          </a:prstGeom>
        </p:spPr>
        <p:txBody>
          <a:bodyPr/>
          <a:lstStyle>
            <a:lvl1pPr algn="l">
              <a:defRPr lang="zh-CN" altLang="en-US" sz="2000" b="1" smtClean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defTabSz="457200">
              <a:defRPr/>
            </a:pPr>
            <a:r>
              <a:rPr lang="zh-CN" altLang="en-US">
                <a:solidFill>
                  <a:prstClr val="white">
                    <a:lumMod val="95000"/>
                  </a:prstClr>
                </a:solidFill>
              </a:rPr>
              <a:t>王朝（</a:t>
            </a:r>
            <a:r>
              <a:rPr lang="en-US" altLang="zh-CN">
                <a:solidFill>
                  <a:prstClr val="white">
                    <a:lumMod val="95000"/>
                  </a:prstClr>
                </a:solidFill>
              </a:rPr>
              <a:t>Wang Chao</a:t>
            </a:r>
            <a:r>
              <a:rPr lang="zh-CN" altLang="en-US">
                <a:solidFill>
                  <a:prstClr val="white">
                    <a:lumMod val="95000"/>
                  </a:prstClr>
                </a:solidFill>
              </a:rPr>
              <a:t>）</a:t>
            </a:r>
            <a:endParaRPr lang="en-US">
              <a:solidFill>
                <a:prstClr val="white">
                  <a:lumMod val="95000"/>
                </a:prstClr>
              </a:solidFill>
            </a:endParaRPr>
          </a:p>
        </p:txBody>
      </p:sp>
      <p:sp>
        <p:nvSpPr>
          <p:cNvPr id="14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2987073" y="6416676"/>
            <a:ext cx="6217857" cy="365125"/>
          </a:xfrm>
          <a:prstGeom prst="rect">
            <a:avLst/>
          </a:prstGeom>
        </p:spPr>
        <p:txBody>
          <a:bodyPr/>
          <a:lstStyle>
            <a:lvl1pPr algn="ctr">
              <a:defRPr b="1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defTabSz="457200">
              <a:defRPr/>
            </a:pPr>
            <a:r>
              <a:rPr lang="en-US" altLang="zh-CN" sz="2000">
                <a:solidFill>
                  <a:prstClr val="white">
                    <a:lumMod val="95000"/>
                  </a:prstClr>
                </a:solidFill>
              </a:rPr>
              <a:t>RSIC</a:t>
            </a:r>
            <a:endParaRPr lang="en-US" sz="2000">
              <a:solidFill>
                <a:prstClr val="white">
                  <a:lumMod val="9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98390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AutoShape 4"/>
          <p:cNvSpPr>
            <a:spLocks noChangeArrowheads="1"/>
          </p:cNvSpPr>
          <p:nvPr/>
        </p:nvSpPr>
        <p:spPr bwMode="auto">
          <a:xfrm>
            <a:off x="254000" y="768318"/>
            <a:ext cx="11734800" cy="109538"/>
          </a:xfrm>
          <a:custGeom>
            <a:avLst/>
            <a:gdLst>
              <a:gd name="T0" fmla="*/ 0 w 1000"/>
              <a:gd name="T1" fmla="*/ 0 h 1000"/>
              <a:gd name="T2" fmla="*/ 585 w 1000"/>
              <a:gd name="T3" fmla="*/ 0 h 1000"/>
              <a:gd name="T4" fmla="*/ 585 w 1000"/>
              <a:gd name="T5" fmla="*/ 1000 h 1000"/>
              <a:gd name="T6" fmla="*/ 0 w 1000"/>
              <a:gd name="T7" fmla="*/ 1000 h 1000"/>
              <a:gd name="T8" fmla="*/ 0 w 1000"/>
              <a:gd name="T9" fmla="*/ 0 h 1000"/>
              <a:gd name="T10" fmla="*/ 1000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00"/>
              <a:gd name="T19" fmla="*/ 0 h 1000"/>
              <a:gd name="T20" fmla="*/ 1000 w 1000"/>
              <a:gd name="T21" fmla="*/ 1000 h 10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00" h="100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CC0000"/>
          </a:solidFill>
          <a:ln w="9525" cmpd="sng">
            <a:solidFill>
              <a:srgbClr val="CC0000"/>
            </a:solidFill>
            <a:miter lim="800000"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zh-CN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anose="020B0604030504040204" pitchFamily="34" charset="0"/>
              <a:ea typeface="黑体" panose="02010609060101010101" pitchFamily="49" charset="-122"/>
              <a:cs typeface="+mn-cs"/>
              <a:sym typeface="Verdana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 algn="l">
              <a:defRPr sz="36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3200" y="914400"/>
            <a:ext cx="11785600" cy="5257800"/>
          </a:xfrm>
        </p:spPr>
        <p:txBody>
          <a:bodyPr>
            <a:normAutofit/>
          </a:bodyPr>
          <a:lstStyle>
            <a:lvl1pPr marL="342900" indent="-342900">
              <a:spcBef>
                <a:spcPts val="0"/>
              </a:spcBef>
              <a:buFont typeface="Wingdings" panose="05000000000000000000" pitchFamily="2" charset="2"/>
              <a:buChar char="§"/>
              <a:defRPr sz="24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>
              <a:spcBef>
                <a:spcPts val="0"/>
              </a:spcBef>
              <a:defRPr sz="20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2pPr>
            <a:lvl3pPr marL="1143000" indent="-228600">
              <a:spcBef>
                <a:spcPts val="0"/>
              </a:spcBef>
              <a:buFont typeface="Wingdings" panose="05000000000000000000" pitchFamily="2" charset="2"/>
              <a:buChar char="§"/>
              <a:defRPr sz="18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3pPr>
            <a:lvl4pPr>
              <a:spcBef>
                <a:spcPts val="0"/>
              </a:spcBef>
              <a:defRPr sz="18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4pPr>
            <a:lvl5pPr>
              <a:spcBef>
                <a:spcPts val="0"/>
              </a:spcBef>
              <a:defRPr sz="180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737600" y="6416676"/>
            <a:ext cx="3251200" cy="365125"/>
          </a:xfrm>
        </p:spPr>
        <p:txBody>
          <a:bodyPr/>
          <a:lstStyle>
            <a:lvl1pPr>
              <a:defRPr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algn="r" defTabSz="457200">
              <a:defRPr/>
            </a:pPr>
            <a:r>
              <a:rPr lang="en-US" sz="2000" b="1" dirty="0">
                <a:solidFill>
                  <a:prstClr val="white"/>
                </a:solidFill>
              </a:rPr>
              <a:t>Slide </a:t>
            </a:r>
            <a:fld id="{43D13783-42DA-4D39-B1EE-338536AF036D}" type="slidenum">
              <a:rPr lang="en-US" sz="2000" b="1" smtClean="0">
                <a:solidFill>
                  <a:prstClr val="white"/>
                </a:solidFill>
              </a:rPr>
              <a:pPr algn="r" defTabSz="457200">
                <a:defRPr/>
              </a:pPr>
              <a:t>‹#›</a:t>
            </a:fld>
            <a:endParaRPr lang="en-US" sz="2000" b="1" dirty="0">
              <a:solidFill>
                <a:prstClr val="white"/>
              </a:solidFill>
            </a:endParaRPr>
          </a:p>
        </p:txBody>
      </p:sp>
      <p:sp>
        <p:nvSpPr>
          <p:cNvPr id="11" name="Date Placeholder 4"/>
          <p:cNvSpPr>
            <a:spLocks noGrp="1"/>
          </p:cNvSpPr>
          <p:nvPr>
            <p:ph type="dt" sz="half" idx="2"/>
          </p:nvPr>
        </p:nvSpPr>
        <p:spPr>
          <a:xfrm>
            <a:off x="203200" y="6416676"/>
            <a:ext cx="3251200" cy="365125"/>
          </a:xfrm>
          <a:prstGeom prst="rect">
            <a:avLst/>
          </a:prstGeom>
        </p:spPr>
        <p:txBody>
          <a:bodyPr/>
          <a:lstStyle>
            <a:lvl1pPr algn="l">
              <a:defRPr lang="zh-CN" altLang="en-US" sz="2000" b="1" smtClean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defTabSz="457200">
              <a:defRPr/>
            </a:pPr>
            <a:r>
              <a:rPr lang="zh-CN" altLang="en-US" dirty="0">
                <a:solidFill>
                  <a:prstClr val="white">
                    <a:lumMod val="95000"/>
                  </a:prstClr>
                </a:solidFill>
              </a:rPr>
              <a:t>王朝（</a:t>
            </a:r>
            <a:r>
              <a:rPr lang="en-US" altLang="zh-CN" dirty="0">
                <a:solidFill>
                  <a:prstClr val="white">
                    <a:lumMod val="95000"/>
                  </a:prstClr>
                </a:solidFill>
              </a:rPr>
              <a:t>Wang Chao</a:t>
            </a:r>
            <a:r>
              <a:rPr lang="en-US" dirty="0">
                <a:solidFill>
                  <a:prstClr val="white">
                    <a:lumMod val="95000"/>
                  </a:prstClr>
                </a:solidFill>
              </a:rPr>
              <a:t>）</a:t>
            </a:r>
          </a:p>
        </p:txBody>
      </p:sp>
      <p:sp>
        <p:nvSpPr>
          <p:cNvPr id="13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2987073" y="6416676"/>
            <a:ext cx="6217857" cy="365125"/>
          </a:xfrm>
          <a:prstGeom prst="rect">
            <a:avLst/>
          </a:prstGeom>
        </p:spPr>
        <p:txBody>
          <a:bodyPr/>
          <a:lstStyle>
            <a:lvl1pPr algn="ctr">
              <a:defRPr b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defTabSz="457200">
              <a:defRPr/>
            </a:pPr>
            <a:r>
              <a:rPr lang="en-US" altLang="zh-CN" sz="2000" dirty="0">
                <a:solidFill>
                  <a:prstClr val="white">
                    <a:lumMod val="95000"/>
                  </a:prstClr>
                </a:solidFill>
              </a:rPr>
              <a:t>RSIC</a:t>
            </a:r>
          </a:p>
        </p:txBody>
      </p:sp>
    </p:spTree>
    <p:extLst>
      <p:ext uri="{BB962C8B-B14F-4D97-AF65-F5344CB8AC3E}">
        <p14:creationId xmlns:p14="http://schemas.microsoft.com/office/powerpoint/2010/main" val="7883173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 algn="l">
              <a:defRPr sz="3600"/>
            </a:lvl1pPr>
          </a:lstStyle>
          <a:p>
            <a:r>
              <a:rPr lang="en-US" dirty="0"/>
              <a:t>Click to edit Master title style</a:t>
            </a:r>
            <a:endParaRPr lang="en-SG" dirty="0"/>
          </a:p>
        </p:txBody>
      </p:sp>
      <p:sp>
        <p:nvSpPr>
          <p:cNvPr id="6" name="Content Placeholder 2"/>
          <p:cNvSpPr>
            <a:spLocks noGrp="1"/>
          </p:cNvSpPr>
          <p:nvPr>
            <p:ph sz="half" idx="1"/>
          </p:nvPr>
        </p:nvSpPr>
        <p:spPr>
          <a:xfrm>
            <a:off x="203200" y="914400"/>
            <a:ext cx="11845461" cy="1722512"/>
          </a:xfrm>
        </p:spPr>
        <p:txBody>
          <a:bodyPr/>
          <a:lstStyle>
            <a:lvl1pPr marL="342900" indent="-342900">
              <a:buFont typeface="Wingdings" panose="05000000000000000000" pitchFamily="2" charset="2"/>
              <a:buChar char="§"/>
              <a:defRPr sz="2400"/>
            </a:lvl1pPr>
            <a:lvl2pPr>
              <a:defRPr sz="2400"/>
            </a:lvl2pPr>
            <a:lvl3pPr marL="1143000" indent="-228600">
              <a:buFont typeface="Wingdings" panose="05000000000000000000" pitchFamily="2" charset="2"/>
              <a:buChar char="§"/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half" idx="13"/>
          </p:nvPr>
        </p:nvSpPr>
        <p:spPr>
          <a:xfrm>
            <a:off x="203200" y="2708920"/>
            <a:ext cx="11845461" cy="3528392"/>
          </a:xfrm>
        </p:spPr>
        <p:txBody>
          <a:bodyPr/>
          <a:lstStyle>
            <a:lvl1pPr marL="342900" indent="-342900">
              <a:buFont typeface="Wingdings" panose="05000000000000000000" pitchFamily="2" charset="2"/>
              <a:buChar char="§"/>
              <a:defRPr sz="2400"/>
            </a:lvl1pPr>
            <a:lvl2pPr>
              <a:defRPr sz="2400"/>
            </a:lvl2pPr>
            <a:lvl3pPr marL="1143000" indent="-228600">
              <a:buFont typeface="Wingdings" panose="05000000000000000000" pitchFamily="2" charset="2"/>
              <a:buChar char="§"/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AutoShape 4"/>
          <p:cNvSpPr>
            <a:spLocks noChangeArrowheads="1"/>
          </p:cNvSpPr>
          <p:nvPr/>
        </p:nvSpPr>
        <p:spPr bwMode="auto">
          <a:xfrm>
            <a:off x="254000" y="768318"/>
            <a:ext cx="11734800" cy="109538"/>
          </a:xfrm>
          <a:custGeom>
            <a:avLst/>
            <a:gdLst>
              <a:gd name="T0" fmla="*/ 0 w 1000"/>
              <a:gd name="T1" fmla="*/ 0 h 1000"/>
              <a:gd name="T2" fmla="*/ 585 w 1000"/>
              <a:gd name="T3" fmla="*/ 0 h 1000"/>
              <a:gd name="T4" fmla="*/ 585 w 1000"/>
              <a:gd name="T5" fmla="*/ 1000 h 1000"/>
              <a:gd name="T6" fmla="*/ 0 w 1000"/>
              <a:gd name="T7" fmla="*/ 1000 h 1000"/>
              <a:gd name="T8" fmla="*/ 0 w 1000"/>
              <a:gd name="T9" fmla="*/ 0 h 1000"/>
              <a:gd name="T10" fmla="*/ 1000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00"/>
              <a:gd name="T19" fmla="*/ 0 h 1000"/>
              <a:gd name="T20" fmla="*/ 1000 w 1000"/>
              <a:gd name="T21" fmla="*/ 1000 h 10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00" h="100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CC0000"/>
          </a:solidFill>
          <a:ln w="9525" cmpd="sng">
            <a:solidFill>
              <a:srgbClr val="CC0000"/>
            </a:solidFill>
            <a:miter lim="800000"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zh-CN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anose="020B0604030504040204" pitchFamily="34" charset="0"/>
              <a:ea typeface="黑体" panose="02010609060101010101" pitchFamily="49" charset="-122"/>
              <a:cs typeface="+mn-cs"/>
              <a:sym typeface="Verdana" panose="020B0604030504040204" pitchFamily="34" charset="0"/>
            </a:endParaRPr>
          </a:p>
        </p:txBody>
      </p:sp>
      <p:sp>
        <p:nvSpPr>
          <p:cNvPr id="11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737600" y="6416676"/>
            <a:ext cx="3251200" cy="365125"/>
          </a:xfr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r" defTabSz="457200">
              <a:defRPr/>
            </a:pPr>
            <a:r>
              <a:rPr lang="en-US" sz="2000" b="1">
                <a:solidFill>
                  <a:prstClr val="white"/>
                </a:solidFill>
              </a:rPr>
              <a:t>Slide </a:t>
            </a:r>
            <a:fld id="{43D13783-42DA-4D39-B1EE-338536AF036D}" type="slidenum">
              <a:rPr lang="en-US" sz="2000" b="1" smtClean="0">
                <a:solidFill>
                  <a:prstClr val="white"/>
                </a:solidFill>
              </a:rPr>
              <a:pPr algn="r" defTabSz="457200">
                <a:defRPr/>
              </a:pPr>
              <a:t>‹#›</a:t>
            </a:fld>
            <a:endParaRPr lang="en-US" sz="2000" b="1">
              <a:solidFill>
                <a:prstClr val="white"/>
              </a:solidFill>
            </a:endParaRPr>
          </a:p>
        </p:txBody>
      </p:sp>
      <p:sp>
        <p:nvSpPr>
          <p:cNvPr id="12" name="Date Placeholder 4"/>
          <p:cNvSpPr>
            <a:spLocks noGrp="1"/>
          </p:cNvSpPr>
          <p:nvPr>
            <p:ph type="dt" sz="half" idx="2"/>
          </p:nvPr>
        </p:nvSpPr>
        <p:spPr>
          <a:xfrm>
            <a:off x="203200" y="6416676"/>
            <a:ext cx="3251200" cy="365125"/>
          </a:xfrm>
          <a:prstGeom prst="rect">
            <a:avLst/>
          </a:prstGeom>
        </p:spPr>
        <p:txBody>
          <a:bodyPr/>
          <a:lstStyle>
            <a:lvl1pPr algn="l">
              <a:defRPr lang="zh-CN" altLang="en-US" sz="2000" b="1" smtClean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defTabSz="457200">
              <a:defRPr/>
            </a:pPr>
            <a:r>
              <a:rPr lang="zh-CN" altLang="en-US">
                <a:solidFill>
                  <a:prstClr val="white">
                    <a:lumMod val="95000"/>
                  </a:prstClr>
                </a:solidFill>
              </a:rPr>
              <a:t>王朝（</a:t>
            </a:r>
            <a:r>
              <a:rPr lang="en-US" altLang="zh-CN">
                <a:solidFill>
                  <a:prstClr val="white">
                    <a:lumMod val="95000"/>
                  </a:prstClr>
                </a:solidFill>
              </a:rPr>
              <a:t>Wang Chao</a:t>
            </a:r>
            <a:r>
              <a:rPr lang="zh-CN" altLang="en-US">
                <a:solidFill>
                  <a:prstClr val="white">
                    <a:lumMod val="95000"/>
                  </a:prstClr>
                </a:solidFill>
              </a:rPr>
              <a:t>）</a:t>
            </a:r>
            <a:endParaRPr lang="en-US">
              <a:solidFill>
                <a:prstClr val="white">
                  <a:lumMod val="95000"/>
                </a:prstClr>
              </a:solidFill>
            </a:endParaRPr>
          </a:p>
        </p:txBody>
      </p:sp>
      <p:sp>
        <p:nvSpPr>
          <p:cNvPr id="13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2987073" y="6416676"/>
            <a:ext cx="6217857" cy="365125"/>
          </a:xfrm>
          <a:prstGeom prst="rect">
            <a:avLst/>
          </a:prstGeom>
        </p:spPr>
        <p:txBody>
          <a:bodyPr/>
          <a:lstStyle>
            <a:lvl1pPr algn="ctr">
              <a:defRPr b="1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defTabSz="457200">
              <a:defRPr/>
            </a:pPr>
            <a:r>
              <a:rPr lang="en-US" altLang="zh-CN" sz="2000">
                <a:solidFill>
                  <a:prstClr val="white">
                    <a:lumMod val="95000"/>
                  </a:prstClr>
                </a:solidFill>
              </a:rPr>
              <a:t>RSIC</a:t>
            </a:r>
          </a:p>
        </p:txBody>
      </p:sp>
    </p:spTree>
    <p:extLst>
      <p:ext uri="{BB962C8B-B14F-4D97-AF65-F5344CB8AC3E}">
        <p14:creationId xmlns:p14="http://schemas.microsoft.com/office/powerpoint/2010/main" val="9647271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 algn="l">
              <a:defRPr sz="3600"/>
            </a:lvl1pPr>
          </a:lstStyle>
          <a:p>
            <a:r>
              <a:rPr lang="en-US" dirty="0"/>
              <a:t>Click to edit Master title style</a:t>
            </a:r>
            <a:endParaRPr lang="en-SG" dirty="0"/>
          </a:p>
        </p:txBody>
      </p:sp>
      <p:sp>
        <p:nvSpPr>
          <p:cNvPr id="6" name="Content Placeholder 2"/>
          <p:cNvSpPr>
            <a:spLocks noGrp="1"/>
          </p:cNvSpPr>
          <p:nvPr>
            <p:ph sz="half" idx="1"/>
          </p:nvPr>
        </p:nvSpPr>
        <p:spPr>
          <a:xfrm>
            <a:off x="203200" y="4537995"/>
            <a:ext cx="11845461" cy="1722512"/>
          </a:xfrm>
        </p:spPr>
        <p:txBody>
          <a:bodyPr/>
          <a:lstStyle>
            <a:lvl1pPr marL="342900" indent="-342900">
              <a:buFont typeface="Wingdings" panose="05000000000000000000" pitchFamily="2" charset="2"/>
              <a:buChar char="§"/>
              <a:defRPr sz="2400"/>
            </a:lvl1pPr>
            <a:lvl2pPr>
              <a:defRPr sz="2400"/>
            </a:lvl2pPr>
            <a:lvl3pPr marL="1143000" indent="-228600">
              <a:buFont typeface="Wingdings" panose="05000000000000000000" pitchFamily="2" charset="2"/>
              <a:buChar char="§"/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half" idx="13"/>
          </p:nvPr>
        </p:nvSpPr>
        <p:spPr>
          <a:xfrm>
            <a:off x="203200" y="927970"/>
            <a:ext cx="11845461" cy="3528392"/>
          </a:xfrm>
        </p:spPr>
        <p:txBody>
          <a:bodyPr/>
          <a:lstStyle>
            <a:lvl1pPr marL="342900" indent="-342900">
              <a:buFont typeface="Wingdings" panose="05000000000000000000" pitchFamily="2" charset="2"/>
              <a:buChar char="§"/>
              <a:defRPr sz="2400"/>
            </a:lvl1pPr>
            <a:lvl2pPr>
              <a:defRPr sz="2400"/>
            </a:lvl2pPr>
            <a:lvl3pPr marL="1143000" indent="-228600">
              <a:buFont typeface="Wingdings" panose="05000000000000000000" pitchFamily="2" charset="2"/>
              <a:buChar char="§"/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AutoShape 4"/>
          <p:cNvSpPr>
            <a:spLocks noChangeArrowheads="1"/>
          </p:cNvSpPr>
          <p:nvPr/>
        </p:nvSpPr>
        <p:spPr bwMode="auto">
          <a:xfrm>
            <a:off x="254000" y="768318"/>
            <a:ext cx="11734800" cy="109538"/>
          </a:xfrm>
          <a:custGeom>
            <a:avLst/>
            <a:gdLst>
              <a:gd name="T0" fmla="*/ 0 w 1000"/>
              <a:gd name="T1" fmla="*/ 0 h 1000"/>
              <a:gd name="T2" fmla="*/ 585 w 1000"/>
              <a:gd name="T3" fmla="*/ 0 h 1000"/>
              <a:gd name="T4" fmla="*/ 585 w 1000"/>
              <a:gd name="T5" fmla="*/ 1000 h 1000"/>
              <a:gd name="T6" fmla="*/ 0 w 1000"/>
              <a:gd name="T7" fmla="*/ 1000 h 1000"/>
              <a:gd name="T8" fmla="*/ 0 w 1000"/>
              <a:gd name="T9" fmla="*/ 0 h 1000"/>
              <a:gd name="T10" fmla="*/ 1000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00"/>
              <a:gd name="T19" fmla="*/ 0 h 1000"/>
              <a:gd name="T20" fmla="*/ 1000 w 1000"/>
              <a:gd name="T21" fmla="*/ 1000 h 10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00" h="100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CC0000"/>
          </a:solidFill>
          <a:ln w="9525" cmpd="sng">
            <a:solidFill>
              <a:srgbClr val="CC0000"/>
            </a:solidFill>
            <a:miter lim="800000"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zh-CN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anose="020B0604030504040204" pitchFamily="34" charset="0"/>
              <a:ea typeface="黑体" panose="02010609060101010101" pitchFamily="49" charset="-122"/>
              <a:cs typeface="+mn-cs"/>
              <a:sym typeface="Verdana" panose="020B0604030504040204" pitchFamily="34" charset="0"/>
            </a:endParaRPr>
          </a:p>
        </p:txBody>
      </p:sp>
      <p:sp>
        <p:nvSpPr>
          <p:cNvPr id="11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737600" y="6416676"/>
            <a:ext cx="3251200" cy="365125"/>
          </a:xfr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r" defTabSz="457200">
              <a:defRPr/>
            </a:pPr>
            <a:r>
              <a:rPr lang="en-US" sz="2000" b="1">
                <a:solidFill>
                  <a:prstClr val="white"/>
                </a:solidFill>
              </a:rPr>
              <a:t>Slide </a:t>
            </a:r>
            <a:fld id="{43D13783-42DA-4D39-B1EE-338536AF036D}" type="slidenum">
              <a:rPr lang="en-US" sz="2000" b="1" smtClean="0">
                <a:solidFill>
                  <a:prstClr val="white"/>
                </a:solidFill>
              </a:rPr>
              <a:pPr algn="r" defTabSz="457200">
                <a:defRPr/>
              </a:pPr>
              <a:t>‹#›</a:t>
            </a:fld>
            <a:endParaRPr lang="en-US" sz="2000" b="1">
              <a:solidFill>
                <a:prstClr val="white"/>
              </a:solidFill>
            </a:endParaRPr>
          </a:p>
        </p:txBody>
      </p:sp>
      <p:sp>
        <p:nvSpPr>
          <p:cNvPr id="12" name="Date Placeholder 4"/>
          <p:cNvSpPr>
            <a:spLocks noGrp="1"/>
          </p:cNvSpPr>
          <p:nvPr>
            <p:ph type="dt" sz="half" idx="2"/>
          </p:nvPr>
        </p:nvSpPr>
        <p:spPr>
          <a:xfrm>
            <a:off x="203200" y="6416676"/>
            <a:ext cx="3251200" cy="365125"/>
          </a:xfrm>
          <a:prstGeom prst="rect">
            <a:avLst/>
          </a:prstGeom>
        </p:spPr>
        <p:txBody>
          <a:bodyPr/>
          <a:lstStyle>
            <a:lvl1pPr algn="l">
              <a:defRPr lang="zh-CN" altLang="en-US" sz="2000" b="1" smtClean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defTabSz="457200">
              <a:defRPr/>
            </a:pPr>
            <a:r>
              <a:rPr lang="zh-CN" altLang="en-US">
                <a:solidFill>
                  <a:prstClr val="white">
                    <a:lumMod val="95000"/>
                  </a:prstClr>
                </a:solidFill>
              </a:rPr>
              <a:t>王朝（</a:t>
            </a:r>
            <a:r>
              <a:rPr lang="en-US" altLang="zh-CN">
                <a:solidFill>
                  <a:prstClr val="white">
                    <a:lumMod val="95000"/>
                  </a:prstClr>
                </a:solidFill>
              </a:rPr>
              <a:t>Wang Chao</a:t>
            </a:r>
            <a:r>
              <a:rPr lang="zh-CN" altLang="en-US">
                <a:solidFill>
                  <a:prstClr val="white">
                    <a:lumMod val="95000"/>
                  </a:prstClr>
                </a:solidFill>
              </a:rPr>
              <a:t>）</a:t>
            </a:r>
            <a:endParaRPr lang="en-US">
              <a:solidFill>
                <a:prstClr val="white">
                  <a:lumMod val="95000"/>
                </a:prstClr>
              </a:solidFill>
            </a:endParaRPr>
          </a:p>
        </p:txBody>
      </p:sp>
      <p:sp>
        <p:nvSpPr>
          <p:cNvPr id="13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2987073" y="6416676"/>
            <a:ext cx="6217857" cy="365125"/>
          </a:xfrm>
          <a:prstGeom prst="rect">
            <a:avLst/>
          </a:prstGeom>
        </p:spPr>
        <p:txBody>
          <a:bodyPr/>
          <a:lstStyle>
            <a:lvl1pPr algn="ctr">
              <a:defRPr b="1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defTabSz="457200">
              <a:defRPr/>
            </a:pPr>
            <a:r>
              <a:rPr lang="en-US" altLang="zh-CN" sz="2000">
                <a:solidFill>
                  <a:prstClr val="white">
                    <a:lumMod val="95000"/>
                  </a:prstClr>
                </a:solidFill>
              </a:rPr>
              <a:t>RSIC</a:t>
            </a:r>
          </a:p>
        </p:txBody>
      </p:sp>
    </p:spTree>
    <p:extLst>
      <p:ext uri="{BB962C8B-B14F-4D97-AF65-F5344CB8AC3E}">
        <p14:creationId xmlns:p14="http://schemas.microsoft.com/office/powerpoint/2010/main" val="34326379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SG" dirty="0"/>
          </a:p>
        </p:txBody>
      </p:sp>
      <p:sp>
        <p:nvSpPr>
          <p:cNvPr id="6" name="Content Placeholder 2"/>
          <p:cNvSpPr>
            <a:spLocks noGrp="1"/>
          </p:cNvSpPr>
          <p:nvPr>
            <p:ph sz="half" idx="1"/>
          </p:nvPr>
        </p:nvSpPr>
        <p:spPr>
          <a:xfrm>
            <a:off x="203200" y="3573016"/>
            <a:ext cx="11845461" cy="2592000"/>
          </a:xfrm>
        </p:spPr>
        <p:txBody>
          <a:bodyPr/>
          <a:lstStyle>
            <a:lvl1pPr marL="342900" indent="-342900">
              <a:buFont typeface="Wingdings" panose="05000000000000000000" pitchFamily="2" charset="2"/>
              <a:buChar char="§"/>
              <a:defRPr sz="2400"/>
            </a:lvl1pPr>
            <a:lvl2pPr>
              <a:defRPr sz="2400"/>
            </a:lvl2pPr>
            <a:lvl3pPr marL="1143000" indent="-228600">
              <a:buFont typeface="Wingdings" panose="05000000000000000000" pitchFamily="2" charset="2"/>
              <a:buChar char="§"/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half" idx="13"/>
          </p:nvPr>
        </p:nvSpPr>
        <p:spPr>
          <a:xfrm>
            <a:off x="203200" y="927970"/>
            <a:ext cx="11845461" cy="2592000"/>
          </a:xfrm>
        </p:spPr>
        <p:txBody>
          <a:bodyPr/>
          <a:lstStyle>
            <a:lvl1pPr marL="342900" indent="-342900">
              <a:buFont typeface="Wingdings" panose="05000000000000000000" pitchFamily="2" charset="2"/>
              <a:buChar char="§"/>
              <a:defRPr sz="2400"/>
            </a:lvl1pPr>
            <a:lvl2pPr>
              <a:defRPr sz="2400"/>
            </a:lvl2pPr>
            <a:lvl3pPr marL="1143000" indent="-228600">
              <a:buFont typeface="Wingdings" panose="05000000000000000000" pitchFamily="2" charset="2"/>
              <a:buChar char="§"/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AutoShape 4"/>
          <p:cNvSpPr>
            <a:spLocks noChangeArrowheads="1"/>
          </p:cNvSpPr>
          <p:nvPr/>
        </p:nvSpPr>
        <p:spPr bwMode="auto">
          <a:xfrm>
            <a:off x="254000" y="768318"/>
            <a:ext cx="11734800" cy="109538"/>
          </a:xfrm>
          <a:custGeom>
            <a:avLst/>
            <a:gdLst>
              <a:gd name="T0" fmla="*/ 0 w 1000"/>
              <a:gd name="T1" fmla="*/ 0 h 1000"/>
              <a:gd name="T2" fmla="*/ 585 w 1000"/>
              <a:gd name="T3" fmla="*/ 0 h 1000"/>
              <a:gd name="T4" fmla="*/ 585 w 1000"/>
              <a:gd name="T5" fmla="*/ 1000 h 1000"/>
              <a:gd name="T6" fmla="*/ 0 w 1000"/>
              <a:gd name="T7" fmla="*/ 1000 h 1000"/>
              <a:gd name="T8" fmla="*/ 0 w 1000"/>
              <a:gd name="T9" fmla="*/ 0 h 1000"/>
              <a:gd name="T10" fmla="*/ 1000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00"/>
              <a:gd name="T19" fmla="*/ 0 h 1000"/>
              <a:gd name="T20" fmla="*/ 1000 w 1000"/>
              <a:gd name="T21" fmla="*/ 1000 h 10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00" h="100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CC0000"/>
          </a:solidFill>
          <a:ln w="9525" cmpd="sng">
            <a:solidFill>
              <a:srgbClr val="CC0000"/>
            </a:solidFill>
            <a:miter lim="800000"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zh-CN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anose="020B0604030504040204" pitchFamily="34" charset="0"/>
              <a:ea typeface="黑体" panose="02010609060101010101" pitchFamily="49" charset="-122"/>
              <a:cs typeface="+mn-cs"/>
              <a:sym typeface="Verdana" panose="020B0604030504040204" pitchFamily="34" charset="0"/>
            </a:endParaRPr>
          </a:p>
        </p:txBody>
      </p:sp>
      <p:sp>
        <p:nvSpPr>
          <p:cNvPr id="11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737600" y="6416676"/>
            <a:ext cx="3251200" cy="365125"/>
          </a:xfr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r" defTabSz="457200">
              <a:defRPr/>
            </a:pPr>
            <a:r>
              <a:rPr lang="en-US" sz="2000" b="1">
                <a:solidFill>
                  <a:prstClr val="white"/>
                </a:solidFill>
              </a:rPr>
              <a:t>Slide </a:t>
            </a:r>
            <a:fld id="{43D13783-42DA-4D39-B1EE-338536AF036D}" type="slidenum">
              <a:rPr lang="en-US" sz="2000" b="1" smtClean="0">
                <a:solidFill>
                  <a:prstClr val="white"/>
                </a:solidFill>
              </a:rPr>
              <a:pPr algn="r" defTabSz="457200">
                <a:defRPr/>
              </a:pPr>
              <a:t>‹#›</a:t>
            </a:fld>
            <a:endParaRPr lang="en-US" sz="2000" b="1">
              <a:solidFill>
                <a:prstClr val="white"/>
              </a:solidFill>
            </a:endParaRPr>
          </a:p>
        </p:txBody>
      </p:sp>
      <p:sp>
        <p:nvSpPr>
          <p:cNvPr id="12" name="Date Placeholder 4"/>
          <p:cNvSpPr>
            <a:spLocks noGrp="1"/>
          </p:cNvSpPr>
          <p:nvPr>
            <p:ph type="dt" sz="half" idx="2"/>
          </p:nvPr>
        </p:nvSpPr>
        <p:spPr>
          <a:xfrm>
            <a:off x="203200" y="6416676"/>
            <a:ext cx="3251200" cy="365125"/>
          </a:xfrm>
          <a:prstGeom prst="rect">
            <a:avLst/>
          </a:prstGeom>
        </p:spPr>
        <p:txBody>
          <a:bodyPr/>
          <a:lstStyle>
            <a:lvl1pPr algn="l">
              <a:defRPr lang="zh-CN" altLang="en-US" sz="2000" b="1" smtClean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defTabSz="457200">
              <a:defRPr/>
            </a:pPr>
            <a:r>
              <a:rPr lang="zh-CN" altLang="en-US">
                <a:solidFill>
                  <a:prstClr val="white">
                    <a:lumMod val="95000"/>
                  </a:prstClr>
                </a:solidFill>
              </a:rPr>
              <a:t>王朝（</a:t>
            </a:r>
            <a:r>
              <a:rPr lang="en-US" altLang="zh-CN">
                <a:solidFill>
                  <a:prstClr val="white">
                    <a:lumMod val="95000"/>
                  </a:prstClr>
                </a:solidFill>
              </a:rPr>
              <a:t>Wang Chao</a:t>
            </a:r>
            <a:r>
              <a:rPr lang="zh-CN" altLang="en-US">
                <a:solidFill>
                  <a:prstClr val="white">
                    <a:lumMod val="95000"/>
                  </a:prstClr>
                </a:solidFill>
              </a:rPr>
              <a:t>）</a:t>
            </a:r>
            <a:endParaRPr lang="en-US">
              <a:solidFill>
                <a:prstClr val="white">
                  <a:lumMod val="95000"/>
                </a:prstClr>
              </a:solidFill>
            </a:endParaRPr>
          </a:p>
        </p:txBody>
      </p:sp>
      <p:sp>
        <p:nvSpPr>
          <p:cNvPr id="13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2987073" y="6416676"/>
            <a:ext cx="6217857" cy="365125"/>
          </a:xfrm>
          <a:prstGeom prst="rect">
            <a:avLst/>
          </a:prstGeom>
        </p:spPr>
        <p:txBody>
          <a:bodyPr/>
          <a:lstStyle>
            <a:lvl1pPr algn="ctr">
              <a:defRPr b="1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defTabSz="457200">
              <a:defRPr/>
            </a:pPr>
            <a:r>
              <a:rPr lang="en-US" altLang="zh-CN" sz="2000">
                <a:solidFill>
                  <a:prstClr val="white">
                    <a:lumMod val="95000"/>
                  </a:prstClr>
                </a:solidFill>
              </a:rPr>
              <a:t>RSIC</a:t>
            </a:r>
          </a:p>
        </p:txBody>
      </p:sp>
    </p:spTree>
    <p:extLst>
      <p:ext uri="{BB962C8B-B14F-4D97-AF65-F5344CB8AC3E}">
        <p14:creationId xmlns:p14="http://schemas.microsoft.com/office/powerpoint/2010/main" val="40942769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 algn="l">
              <a:defRPr sz="3600"/>
            </a:lvl1pPr>
          </a:lstStyle>
          <a:p>
            <a:r>
              <a:rPr lang="en-US" dirty="0"/>
              <a:t>Click to edit Master title style</a:t>
            </a:r>
            <a:endParaRPr lang="en-SG" dirty="0"/>
          </a:p>
        </p:txBody>
      </p:sp>
      <p:sp>
        <p:nvSpPr>
          <p:cNvPr id="6" name="Content Placeholder 2"/>
          <p:cNvSpPr>
            <a:spLocks noGrp="1"/>
          </p:cNvSpPr>
          <p:nvPr>
            <p:ph sz="half" idx="1"/>
          </p:nvPr>
        </p:nvSpPr>
        <p:spPr>
          <a:xfrm>
            <a:off x="203200" y="914400"/>
            <a:ext cx="11845461" cy="4818856"/>
          </a:xfrm>
        </p:spPr>
        <p:txBody>
          <a:bodyPr/>
          <a:lstStyle>
            <a:lvl1pPr marL="342900" indent="-342900">
              <a:buFont typeface="Wingdings" panose="05000000000000000000" pitchFamily="2" charset="2"/>
              <a:buChar char="§"/>
              <a:defRPr sz="2400"/>
            </a:lvl1pPr>
            <a:lvl2pPr>
              <a:defRPr sz="2400"/>
            </a:lvl2pPr>
            <a:lvl3pPr marL="1143000" indent="-228600">
              <a:buFont typeface="Wingdings" panose="05000000000000000000" pitchFamily="2" charset="2"/>
              <a:buChar char="§"/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half" idx="13"/>
          </p:nvPr>
        </p:nvSpPr>
        <p:spPr>
          <a:xfrm>
            <a:off x="203200" y="5877272"/>
            <a:ext cx="11845461" cy="360040"/>
          </a:xfrm>
        </p:spPr>
        <p:txBody>
          <a:bodyPr>
            <a:no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AutoShape 4"/>
          <p:cNvSpPr>
            <a:spLocks noChangeArrowheads="1"/>
          </p:cNvSpPr>
          <p:nvPr/>
        </p:nvSpPr>
        <p:spPr bwMode="auto">
          <a:xfrm>
            <a:off x="254000" y="768318"/>
            <a:ext cx="11734800" cy="109538"/>
          </a:xfrm>
          <a:custGeom>
            <a:avLst/>
            <a:gdLst>
              <a:gd name="T0" fmla="*/ 0 w 1000"/>
              <a:gd name="T1" fmla="*/ 0 h 1000"/>
              <a:gd name="T2" fmla="*/ 585 w 1000"/>
              <a:gd name="T3" fmla="*/ 0 h 1000"/>
              <a:gd name="T4" fmla="*/ 585 w 1000"/>
              <a:gd name="T5" fmla="*/ 1000 h 1000"/>
              <a:gd name="T6" fmla="*/ 0 w 1000"/>
              <a:gd name="T7" fmla="*/ 1000 h 1000"/>
              <a:gd name="T8" fmla="*/ 0 w 1000"/>
              <a:gd name="T9" fmla="*/ 0 h 1000"/>
              <a:gd name="T10" fmla="*/ 1000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00"/>
              <a:gd name="T19" fmla="*/ 0 h 1000"/>
              <a:gd name="T20" fmla="*/ 1000 w 1000"/>
              <a:gd name="T21" fmla="*/ 1000 h 10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00" h="100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CC0000"/>
          </a:solidFill>
          <a:ln w="9525" cmpd="sng">
            <a:solidFill>
              <a:srgbClr val="CC0000"/>
            </a:solidFill>
            <a:miter lim="800000"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zh-CN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anose="020B0604030504040204" pitchFamily="34" charset="0"/>
              <a:ea typeface="黑体" panose="02010609060101010101" pitchFamily="49" charset="-122"/>
              <a:cs typeface="+mn-cs"/>
              <a:sym typeface="Verdana" panose="020B0604030504040204" pitchFamily="34" charset="0"/>
            </a:endParaRPr>
          </a:p>
        </p:txBody>
      </p:sp>
      <p:sp>
        <p:nvSpPr>
          <p:cNvPr id="11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737600" y="6416676"/>
            <a:ext cx="3251200" cy="365125"/>
          </a:xfr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r" defTabSz="457200">
              <a:defRPr/>
            </a:pPr>
            <a:r>
              <a:rPr lang="en-US" sz="2000" b="1">
                <a:solidFill>
                  <a:prstClr val="white"/>
                </a:solidFill>
              </a:rPr>
              <a:t>Slide </a:t>
            </a:r>
            <a:fld id="{43D13783-42DA-4D39-B1EE-338536AF036D}" type="slidenum">
              <a:rPr lang="en-US" sz="2000" b="1" smtClean="0">
                <a:solidFill>
                  <a:prstClr val="white"/>
                </a:solidFill>
              </a:rPr>
              <a:pPr algn="r" defTabSz="457200">
                <a:defRPr/>
              </a:pPr>
              <a:t>‹#›</a:t>
            </a:fld>
            <a:endParaRPr lang="en-US" sz="2000" b="1">
              <a:solidFill>
                <a:prstClr val="white"/>
              </a:solidFill>
            </a:endParaRPr>
          </a:p>
        </p:txBody>
      </p:sp>
      <p:sp>
        <p:nvSpPr>
          <p:cNvPr id="12" name="Date Placeholder 4"/>
          <p:cNvSpPr>
            <a:spLocks noGrp="1"/>
          </p:cNvSpPr>
          <p:nvPr>
            <p:ph type="dt" sz="half" idx="2"/>
          </p:nvPr>
        </p:nvSpPr>
        <p:spPr>
          <a:xfrm>
            <a:off x="203200" y="6416676"/>
            <a:ext cx="3251200" cy="365125"/>
          </a:xfrm>
          <a:prstGeom prst="rect">
            <a:avLst/>
          </a:prstGeom>
        </p:spPr>
        <p:txBody>
          <a:bodyPr/>
          <a:lstStyle>
            <a:lvl1pPr algn="l">
              <a:defRPr lang="zh-CN" altLang="en-US" sz="2000" b="1" smtClean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defTabSz="457200">
              <a:defRPr/>
            </a:pPr>
            <a:r>
              <a:rPr lang="zh-CN" altLang="en-US">
                <a:solidFill>
                  <a:prstClr val="white">
                    <a:lumMod val="95000"/>
                  </a:prstClr>
                </a:solidFill>
              </a:rPr>
              <a:t>王朝（</a:t>
            </a:r>
            <a:r>
              <a:rPr lang="en-US" altLang="zh-CN">
                <a:solidFill>
                  <a:prstClr val="white">
                    <a:lumMod val="95000"/>
                  </a:prstClr>
                </a:solidFill>
              </a:rPr>
              <a:t>Wang Chao</a:t>
            </a:r>
            <a:r>
              <a:rPr lang="zh-CN" altLang="en-US">
                <a:solidFill>
                  <a:prstClr val="white">
                    <a:lumMod val="95000"/>
                  </a:prstClr>
                </a:solidFill>
              </a:rPr>
              <a:t>）</a:t>
            </a:r>
            <a:endParaRPr lang="en-US">
              <a:solidFill>
                <a:prstClr val="white">
                  <a:lumMod val="95000"/>
                </a:prstClr>
              </a:solidFill>
            </a:endParaRPr>
          </a:p>
        </p:txBody>
      </p:sp>
      <p:sp>
        <p:nvSpPr>
          <p:cNvPr id="13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2987073" y="6416676"/>
            <a:ext cx="6217857" cy="365125"/>
          </a:xfrm>
          <a:prstGeom prst="rect">
            <a:avLst/>
          </a:prstGeom>
        </p:spPr>
        <p:txBody>
          <a:bodyPr/>
          <a:lstStyle>
            <a:lvl1pPr algn="ctr">
              <a:defRPr b="1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defTabSz="457200">
              <a:defRPr/>
            </a:pPr>
            <a:r>
              <a:rPr lang="en-US" altLang="zh-CN" sz="2000">
                <a:solidFill>
                  <a:prstClr val="white">
                    <a:lumMod val="95000"/>
                  </a:prstClr>
                </a:solidFill>
              </a:rPr>
              <a:t>RSIC</a:t>
            </a:r>
          </a:p>
        </p:txBody>
      </p:sp>
    </p:spTree>
    <p:extLst>
      <p:ext uri="{BB962C8B-B14F-4D97-AF65-F5344CB8AC3E}">
        <p14:creationId xmlns:p14="http://schemas.microsoft.com/office/powerpoint/2010/main" val="3436381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 algn="l">
              <a:defRPr sz="36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3200" y="914400"/>
            <a:ext cx="5791200" cy="5257800"/>
          </a:xfrm>
        </p:spPr>
        <p:txBody>
          <a:bodyPr/>
          <a:lstStyle>
            <a:lvl1pPr marL="342900" indent="-342900">
              <a:buFont typeface="Wingdings" panose="05000000000000000000" pitchFamily="2" charset="2"/>
              <a:buChar char="§"/>
              <a:defRPr sz="2400"/>
            </a:lvl1pPr>
            <a:lvl2pPr>
              <a:defRPr sz="2400"/>
            </a:lvl2pPr>
            <a:lvl3pPr marL="1143000" indent="-228600">
              <a:buFont typeface="Wingdings" panose="05000000000000000000" pitchFamily="2" charset="2"/>
              <a:buChar char="§"/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914400"/>
            <a:ext cx="5791200" cy="5257800"/>
          </a:xfrm>
        </p:spPr>
        <p:txBody>
          <a:bodyPr/>
          <a:lstStyle>
            <a:lvl1pPr marL="342900" indent="-342900">
              <a:buFont typeface="Wingdings" panose="05000000000000000000" pitchFamily="2" charset="2"/>
              <a:buChar char="§"/>
              <a:defRPr sz="2400"/>
            </a:lvl1pPr>
            <a:lvl2pPr>
              <a:defRPr sz="2400"/>
            </a:lvl2pPr>
            <a:lvl3pPr marL="1143000" indent="-228600">
              <a:buFont typeface="Wingdings" panose="05000000000000000000" pitchFamily="2" charset="2"/>
              <a:buChar char="§"/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AutoShape 4"/>
          <p:cNvSpPr>
            <a:spLocks noChangeArrowheads="1"/>
          </p:cNvSpPr>
          <p:nvPr/>
        </p:nvSpPr>
        <p:spPr bwMode="auto">
          <a:xfrm>
            <a:off x="254000" y="768318"/>
            <a:ext cx="11734800" cy="109538"/>
          </a:xfrm>
          <a:custGeom>
            <a:avLst/>
            <a:gdLst>
              <a:gd name="T0" fmla="*/ 0 w 1000"/>
              <a:gd name="T1" fmla="*/ 0 h 1000"/>
              <a:gd name="T2" fmla="*/ 585 w 1000"/>
              <a:gd name="T3" fmla="*/ 0 h 1000"/>
              <a:gd name="T4" fmla="*/ 585 w 1000"/>
              <a:gd name="T5" fmla="*/ 1000 h 1000"/>
              <a:gd name="T6" fmla="*/ 0 w 1000"/>
              <a:gd name="T7" fmla="*/ 1000 h 1000"/>
              <a:gd name="T8" fmla="*/ 0 w 1000"/>
              <a:gd name="T9" fmla="*/ 0 h 1000"/>
              <a:gd name="T10" fmla="*/ 1000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00"/>
              <a:gd name="T19" fmla="*/ 0 h 1000"/>
              <a:gd name="T20" fmla="*/ 1000 w 1000"/>
              <a:gd name="T21" fmla="*/ 1000 h 10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00" h="100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CC0000"/>
          </a:solidFill>
          <a:ln w="9525" cmpd="sng">
            <a:solidFill>
              <a:srgbClr val="CC0000"/>
            </a:solidFill>
            <a:miter lim="800000"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zh-CN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anose="020B0604030504040204" pitchFamily="34" charset="0"/>
              <a:ea typeface="黑体" panose="02010609060101010101" pitchFamily="49" charset="-122"/>
              <a:cs typeface="+mn-cs"/>
              <a:sym typeface="Verdana" panose="020B0604030504040204" pitchFamily="34" charset="0"/>
            </a:endParaRPr>
          </a:p>
        </p:txBody>
      </p:sp>
      <p:sp>
        <p:nvSpPr>
          <p:cNvPr id="11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737600" y="6416676"/>
            <a:ext cx="3251200" cy="365125"/>
          </a:xfr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r" defTabSz="457200">
              <a:defRPr/>
            </a:pPr>
            <a:r>
              <a:rPr lang="en-US" sz="2000" b="1">
                <a:solidFill>
                  <a:prstClr val="white"/>
                </a:solidFill>
              </a:rPr>
              <a:t>Slide </a:t>
            </a:r>
            <a:fld id="{43D13783-42DA-4D39-B1EE-338536AF036D}" type="slidenum">
              <a:rPr lang="en-US" sz="2000" b="1" smtClean="0">
                <a:solidFill>
                  <a:prstClr val="white"/>
                </a:solidFill>
              </a:rPr>
              <a:pPr algn="r" defTabSz="457200">
                <a:defRPr/>
              </a:pPr>
              <a:t>‹#›</a:t>
            </a:fld>
            <a:endParaRPr lang="en-US" sz="2000" b="1">
              <a:solidFill>
                <a:prstClr val="white"/>
              </a:solidFill>
            </a:endParaRPr>
          </a:p>
        </p:txBody>
      </p:sp>
      <p:sp>
        <p:nvSpPr>
          <p:cNvPr id="13" name="Date Placeholder 4"/>
          <p:cNvSpPr>
            <a:spLocks noGrp="1"/>
          </p:cNvSpPr>
          <p:nvPr>
            <p:ph type="dt" sz="half" idx="10"/>
          </p:nvPr>
        </p:nvSpPr>
        <p:spPr>
          <a:xfrm>
            <a:off x="203200" y="6416676"/>
            <a:ext cx="3251200" cy="365125"/>
          </a:xfrm>
          <a:prstGeom prst="rect">
            <a:avLst/>
          </a:prstGeom>
        </p:spPr>
        <p:txBody>
          <a:bodyPr/>
          <a:lstStyle>
            <a:lvl1pPr algn="l">
              <a:defRPr lang="zh-CN" altLang="en-US" sz="2000" b="1" smtClean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defTabSz="457200">
              <a:defRPr/>
            </a:pPr>
            <a:r>
              <a:rPr lang="zh-CN" altLang="en-US">
                <a:solidFill>
                  <a:prstClr val="white">
                    <a:lumMod val="95000"/>
                  </a:prstClr>
                </a:solidFill>
              </a:rPr>
              <a:t>王朝（</a:t>
            </a:r>
            <a:r>
              <a:rPr lang="en-US" altLang="zh-CN">
                <a:solidFill>
                  <a:prstClr val="white">
                    <a:lumMod val="95000"/>
                  </a:prstClr>
                </a:solidFill>
              </a:rPr>
              <a:t>Wang Chao</a:t>
            </a:r>
            <a:r>
              <a:rPr lang="zh-CN" altLang="en-US">
                <a:solidFill>
                  <a:prstClr val="white">
                    <a:lumMod val="95000"/>
                  </a:prstClr>
                </a:solidFill>
              </a:rPr>
              <a:t>）</a:t>
            </a:r>
            <a:endParaRPr lang="en-US">
              <a:solidFill>
                <a:prstClr val="white">
                  <a:lumMod val="95000"/>
                </a:prstClr>
              </a:solidFill>
            </a:endParaRPr>
          </a:p>
        </p:txBody>
      </p:sp>
      <p:sp>
        <p:nvSpPr>
          <p:cNvPr id="14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2987073" y="6416676"/>
            <a:ext cx="6217857" cy="365125"/>
          </a:xfrm>
          <a:prstGeom prst="rect">
            <a:avLst/>
          </a:prstGeom>
        </p:spPr>
        <p:txBody>
          <a:bodyPr/>
          <a:lstStyle>
            <a:lvl1pPr algn="ctr">
              <a:defRPr b="1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defTabSz="457200">
              <a:defRPr/>
            </a:pPr>
            <a:r>
              <a:rPr lang="en-US" altLang="zh-CN" sz="2000">
                <a:solidFill>
                  <a:prstClr val="white">
                    <a:lumMod val="95000"/>
                  </a:prstClr>
                </a:solidFill>
              </a:rPr>
              <a:t>RSIC</a:t>
            </a:r>
          </a:p>
        </p:txBody>
      </p:sp>
    </p:spTree>
    <p:extLst>
      <p:ext uri="{BB962C8B-B14F-4D97-AF65-F5344CB8AC3E}">
        <p14:creationId xmlns:p14="http://schemas.microsoft.com/office/powerpoint/2010/main" val="36047329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 algn="l"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3200" y="914400"/>
            <a:ext cx="5791200" cy="838200"/>
          </a:xfrm>
        </p:spPr>
        <p:txBody>
          <a:bodyPr anchor="ctr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3200" y="1905000"/>
            <a:ext cx="5793317" cy="4267200"/>
          </a:xfrm>
        </p:spPr>
        <p:txBody>
          <a:bodyPr/>
          <a:lstStyle>
            <a:lvl1pPr marL="342900" indent="-342900">
              <a:buFont typeface="Wingdings" panose="05000000000000000000" pitchFamily="2" charset="2"/>
              <a:buChar char="§"/>
              <a:defRPr sz="2400"/>
            </a:lvl1pPr>
            <a:lvl2pPr>
              <a:defRPr sz="2000"/>
            </a:lvl2pPr>
            <a:lvl3pPr marL="1143000" indent="-228600">
              <a:buFont typeface="Wingdings" panose="05000000000000000000" pitchFamily="2" charset="2"/>
              <a:buChar char="§"/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914400"/>
            <a:ext cx="5795433" cy="838200"/>
          </a:xfrm>
        </p:spPr>
        <p:txBody>
          <a:bodyPr anchor="ctr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7600" y="1905000"/>
            <a:ext cx="5791200" cy="4267200"/>
          </a:xfrm>
        </p:spPr>
        <p:txBody>
          <a:bodyPr/>
          <a:lstStyle>
            <a:lvl1pPr marL="342900" indent="-342900">
              <a:buFont typeface="Wingdings" panose="05000000000000000000" pitchFamily="2" charset="2"/>
              <a:buChar char="§"/>
              <a:defRPr sz="2400"/>
            </a:lvl1pPr>
            <a:lvl2pPr>
              <a:defRPr sz="2000"/>
            </a:lvl2pPr>
            <a:lvl3pPr marL="1143000" indent="-228600">
              <a:buFont typeface="Wingdings" panose="05000000000000000000" pitchFamily="2" charset="2"/>
              <a:buChar char="§"/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AutoShape 4"/>
          <p:cNvSpPr>
            <a:spLocks noChangeArrowheads="1"/>
          </p:cNvSpPr>
          <p:nvPr/>
        </p:nvSpPr>
        <p:spPr bwMode="auto">
          <a:xfrm>
            <a:off x="254000" y="768318"/>
            <a:ext cx="11734800" cy="109538"/>
          </a:xfrm>
          <a:custGeom>
            <a:avLst/>
            <a:gdLst>
              <a:gd name="T0" fmla="*/ 0 w 1000"/>
              <a:gd name="T1" fmla="*/ 0 h 1000"/>
              <a:gd name="T2" fmla="*/ 585 w 1000"/>
              <a:gd name="T3" fmla="*/ 0 h 1000"/>
              <a:gd name="T4" fmla="*/ 585 w 1000"/>
              <a:gd name="T5" fmla="*/ 1000 h 1000"/>
              <a:gd name="T6" fmla="*/ 0 w 1000"/>
              <a:gd name="T7" fmla="*/ 1000 h 1000"/>
              <a:gd name="T8" fmla="*/ 0 w 1000"/>
              <a:gd name="T9" fmla="*/ 0 h 1000"/>
              <a:gd name="T10" fmla="*/ 1000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00"/>
              <a:gd name="T19" fmla="*/ 0 h 1000"/>
              <a:gd name="T20" fmla="*/ 1000 w 1000"/>
              <a:gd name="T21" fmla="*/ 1000 h 10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00" h="100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CC0000"/>
          </a:solidFill>
          <a:ln w="9525" cmpd="sng">
            <a:solidFill>
              <a:srgbClr val="CC0000"/>
            </a:solidFill>
            <a:miter lim="800000"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zh-CN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anose="020B0604030504040204" pitchFamily="34" charset="0"/>
              <a:ea typeface="黑体" panose="02010609060101010101" pitchFamily="49" charset="-122"/>
              <a:cs typeface="+mn-cs"/>
              <a:sym typeface="Verdana" panose="020B0604030504040204" pitchFamily="34" charset="0"/>
            </a:endParaRPr>
          </a:p>
        </p:txBody>
      </p:sp>
      <p:sp>
        <p:nvSpPr>
          <p:cNvPr id="12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8737600" y="6416676"/>
            <a:ext cx="3251200" cy="365125"/>
          </a:xfr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r" defTabSz="457200">
              <a:defRPr/>
            </a:pPr>
            <a:r>
              <a:rPr lang="en-US" sz="2000" b="1">
                <a:solidFill>
                  <a:prstClr val="white"/>
                </a:solidFill>
              </a:rPr>
              <a:t>Slide </a:t>
            </a:r>
            <a:fld id="{43D13783-42DA-4D39-B1EE-338536AF036D}" type="slidenum">
              <a:rPr lang="en-US" sz="2000" b="1" smtClean="0">
                <a:solidFill>
                  <a:prstClr val="white"/>
                </a:solidFill>
              </a:rPr>
              <a:pPr algn="r" defTabSz="457200">
                <a:defRPr/>
              </a:pPr>
              <a:t>‹#›</a:t>
            </a:fld>
            <a:endParaRPr lang="en-US" sz="2000" b="1">
              <a:solidFill>
                <a:prstClr val="white"/>
              </a:solidFill>
            </a:endParaRPr>
          </a:p>
        </p:txBody>
      </p:sp>
      <p:sp>
        <p:nvSpPr>
          <p:cNvPr id="14" name="Date Placeholder 4"/>
          <p:cNvSpPr>
            <a:spLocks noGrp="1"/>
          </p:cNvSpPr>
          <p:nvPr>
            <p:ph type="dt" sz="half" idx="11"/>
          </p:nvPr>
        </p:nvSpPr>
        <p:spPr>
          <a:xfrm>
            <a:off x="203200" y="6416676"/>
            <a:ext cx="3251200" cy="365125"/>
          </a:xfrm>
          <a:prstGeom prst="rect">
            <a:avLst/>
          </a:prstGeom>
        </p:spPr>
        <p:txBody>
          <a:bodyPr/>
          <a:lstStyle>
            <a:lvl1pPr algn="l">
              <a:defRPr lang="zh-CN" altLang="en-US" sz="2000" b="1" smtClean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defTabSz="457200">
              <a:defRPr/>
            </a:pPr>
            <a:r>
              <a:rPr lang="zh-CN" altLang="en-US">
                <a:solidFill>
                  <a:prstClr val="white">
                    <a:lumMod val="95000"/>
                  </a:prstClr>
                </a:solidFill>
              </a:rPr>
              <a:t>王朝（</a:t>
            </a:r>
            <a:r>
              <a:rPr lang="en-US" altLang="zh-CN">
                <a:solidFill>
                  <a:prstClr val="white">
                    <a:lumMod val="95000"/>
                  </a:prstClr>
                </a:solidFill>
              </a:rPr>
              <a:t>Wang Chao</a:t>
            </a:r>
            <a:r>
              <a:rPr lang="zh-CN" altLang="en-US">
                <a:solidFill>
                  <a:prstClr val="white">
                    <a:lumMod val="95000"/>
                  </a:prstClr>
                </a:solidFill>
              </a:rPr>
              <a:t>）</a:t>
            </a:r>
            <a:endParaRPr lang="en-US">
              <a:solidFill>
                <a:prstClr val="white">
                  <a:lumMod val="95000"/>
                </a:prstClr>
              </a:solidFill>
            </a:endParaRPr>
          </a:p>
        </p:txBody>
      </p:sp>
      <p:sp>
        <p:nvSpPr>
          <p:cNvPr id="15" name="Footer Placeholder 5"/>
          <p:cNvSpPr>
            <a:spLocks noGrp="1"/>
          </p:cNvSpPr>
          <p:nvPr>
            <p:ph type="ftr" sz="quarter" idx="12"/>
          </p:nvPr>
        </p:nvSpPr>
        <p:spPr>
          <a:xfrm>
            <a:off x="2987073" y="6416676"/>
            <a:ext cx="6217857" cy="365125"/>
          </a:xfrm>
          <a:prstGeom prst="rect">
            <a:avLst/>
          </a:prstGeom>
        </p:spPr>
        <p:txBody>
          <a:bodyPr/>
          <a:lstStyle>
            <a:lvl1pPr algn="ctr">
              <a:defRPr b="1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defTabSz="457200">
              <a:defRPr/>
            </a:pPr>
            <a:r>
              <a:rPr lang="en-US" altLang="zh-CN" sz="2000">
                <a:solidFill>
                  <a:prstClr val="white">
                    <a:lumMod val="95000"/>
                  </a:prstClr>
                </a:solidFill>
              </a:rPr>
              <a:t>RSIC</a:t>
            </a:r>
          </a:p>
        </p:txBody>
      </p:sp>
    </p:spTree>
    <p:extLst>
      <p:ext uri="{BB962C8B-B14F-4D97-AF65-F5344CB8AC3E}">
        <p14:creationId xmlns:p14="http://schemas.microsoft.com/office/powerpoint/2010/main" val="15477234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 algn="l"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AutoShape 4"/>
          <p:cNvSpPr>
            <a:spLocks noChangeArrowheads="1"/>
          </p:cNvSpPr>
          <p:nvPr/>
        </p:nvSpPr>
        <p:spPr bwMode="auto">
          <a:xfrm>
            <a:off x="254000" y="768318"/>
            <a:ext cx="11734800" cy="109538"/>
          </a:xfrm>
          <a:custGeom>
            <a:avLst/>
            <a:gdLst>
              <a:gd name="T0" fmla="*/ 0 w 1000"/>
              <a:gd name="T1" fmla="*/ 0 h 1000"/>
              <a:gd name="T2" fmla="*/ 585 w 1000"/>
              <a:gd name="T3" fmla="*/ 0 h 1000"/>
              <a:gd name="T4" fmla="*/ 585 w 1000"/>
              <a:gd name="T5" fmla="*/ 1000 h 1000"/>
              <a:gd name="T6" fmla="*/ 0 w 1000"/>
              <a:gd name="T7" fmla="*/ 1000 h 1000"/>
              <a:gd name="T8" fmla="*/ 0 w 1000"/>
              <a:gd name="T9" fmla="*/ 0 h 1000"/>
              <a:gd name="T10" fmla="*/ 1000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00"/>
              <a:gd name="T19" fmla="*/ 0 h 1000"/>
              <a:gd name="T20" fmla="*/ 1000 w 1000"/>
              <a:gd name="T21" fmla="*/ 1000 h 10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00" h="100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CC0000"/>
          </a:solidFill>
          <a:ln w="9525" cmpd="sng">
            <a:solidFill>
              <a:srgbClr val="CC0000"/>
            </a:solidFill>
            <a:miter lim="800000"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zh-CN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anose="020B0604030504040204" pitchFamily="34" charset="0"/>
              <a:ea typeface="黑体" panose="02010609060101010101" pitchFamily="49" charset="-122"/>
              <a:cs typeface="+mn-cs"/>
              <a:sym typeface="Verdana" panose="020B0604030504040204" pitchFamily="34" charset="0"/>
            </a:endParaRPr>
          </a:p>
        </p:txBody>
      </p:sp>
      <p:sp>
        <p:nvSpPr>
          <p:cNvPr id="8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737600" y="6416676"/>
            <a:ext cx="3251200" cy="365125"/>
          </a:xfr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r" defTabSz="457200">
              <a:defRPr/>
            </a:pPr>
            <a:r>
              <a:rPr lang="en-US" sz="2000" b="1">
                <a:solidFill>
                  <a:prstClr val="white"/>
                </a:solidFill>
              </a:rPr>
              <a:t>Slide </a:t>
            </a:r>
            <a:fld id="{43D13783-42DA-4D39-B1EE-338536AF036D}" type="slidenum">
              <a:rPr lang="en-US" sz="2000" b="1" smtClean="0">
                <a:solidFill>
                  <a:prstClr val="white"/>
                </a:solidFill>
              </a:rPr>
              <a:pPr algn="r" defTabSz="457200">
                <a:defRPr/>
              </a:pPr>
              <a:t>‹#›</a:t>
            </a:fld>
            <a:endParaRPr lang="en-US" sz="2000" b="1">
              <a:solidFill>
                <a:prstClr val="white"/>
              </a:solidFill>
            </a:endParaRPr>
          </a:p>
        </p:txBody>
      </p:sp>
      <p:sp>
        <p:nvSpPr>
          <p:cNvPr id="10" name="Date Placeholder 4"/>
          <p:cNvSpPr>
            <a:spLocks noGrp="1"/>
          </p:cNvSpPr>
          <p:nvPr>
            <p:ph type="dt" sz="half" idx="2"/>
          </p:nvPr>
        </p:nvSpPr>
        <p:spPr>
          <a:xfrm>
            <a:off x="203200" y="6416676"/>
            <a:ext cx="3251200" cy="365125"/>
          </a:xfrm>
          <a:prstGeom prst="rect">
            <a:avLst/>
          </a:prstGeom>
        </p:spPr>
        <p:txBody>
          <a:bodyPr/>
          <a:lstStyle>
            <a:lvl1pPr algn="l">
              <a:defRPr lang="zh-CN" altLang="en-US" sz="2000" b="1" smtClean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defTabSz="457200">
              <a:defRPr/>
            </a:pPr>
            <a:r>
              <a:rPr lang="zh-CN" altLang="en-US">
                <a:solidFill>
                  <a:prstClr val="white">
                    <a:lumMod val="95000"/>
                  </a:prstClr>
                </a:solidFill>
              </a:rPr>
              <a:t>王朝（</a:t>
            </a:r>
            <a:r>
              <a:rPr lang="en-US" altLang="zh-CN">
                <a:solidFill>
                  <a:prstClr val="white">
                    <a:lumMod val="95000"/>
                  </a:prstClr>
                </a:solidFill>
              </a:rPr>
              <a:t>Wang Chao</a:t>
            </a:r>
            <a:r>
              <a:rPr lang="zh-CN" altLang="en-US">
                <a:solidFill>
                  <a:prstClr val="white">
                    <a:lumMod val="95000"/>
                  </a:prstClr>
                </a:solidFill>
              </a:rPr>
              <a:t>）</a:t>
            </a:r>
            <a:endParaRPr lang="en-US">
              <a:solidFill>
                <a:prstClr val="white">
                  <a:lumMod val="95000"/>
                </a:prstClr>
              </a:solidFill>
            </a:endParaRPr>
          </a:p>
        </p:txBody>
      </p:sp>
      <p:sp>
        <p:nvSpPr>
          <p:cNvPr id="11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2987073" y="6416676"/>
            <a:ext cx="6217857" cy="365125"/>
          </a:xfrm>
          <a:prstGeom prst="rect">
            <a:avLst/>
          </a:prstGeom>
        </p:spPr>
        <p:txBody>
          <a:bodyPr/>
          <a:lstStyle>
            <a:lvl1pPr algn="ctr">
              <a:defRPr b="1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defTabSz="457200">
              <a:defRPr/>
            </a:pPr>
            <a:r>
              <a:rPr lang="en-US" altLang="zh-CN" sz="2000">
                <a:solidFill>
                  <a:prstClr val="white">
                    <a:lumMod val="95000"/>
                  </a:prstClr>
                </a:solidFill>
              </a:rPr>
              <a:t>RSIC</a:t>
            </a:r>
          </a:p>
        </p:txBody>
      </p:sp>
    </p:spTree>
    <p:extLst>
      <p:ext uri="{BB962C8B-B14F-4D97-AF65-F5344CB8AC3E}">
        <p14:creationId xmlns:p14="http://schemas.microsoft.com/office/powerpoint/2010/main" val="29074913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737600" y="6416676"/>
            <a:ext cx="3251200" cy="365125"/>
          </a:xfr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r" defTabSz="457200">
              <a:defRPr/>
            </a:pPr>
            <a:r>
              <a:rPr lang="en-US" sz="2000" b="1">
                <a:solidFill>
                  <a:prstClr val="white"/>
                </a:solidFill>
              </a:rPr>
              <a:t>Slide </a:t>
            </a:r>
            <a:fld id="{43D13783-42DA-4D39-B1EE-338536AF036D}" type="slidenum">
              <a:rPr lang="en-US" sz="2000" b="1" smtClean="0">
                <a:solidFill>
                  <a:prstClr val="white"/>
                </a:solidFill>
              </a:rPr>
              <a:pPr algn="r" defTabSz="457200">
                <a:defRPr/>
              </a:pPr>
              <a:t>‹#›</a:t>
            </a:fld>
            <a:endParaRPr lang="en-US" sz="2000" b="1">
              <a:solidFill>
                <a:prstClr val="white"/>
              </a:solidFill>
            </a:endParaRPr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2"/>
          </p:nvPr>
        </p:nvSpPr>
        <p:spPr>
          <a:xfrm>
            <a:off x="203200" y="6416676"/>
            <a:ext cx="3251200" cy="365125"/>
          </a:xfrm>
          <a:prstGeom prst="rect">
            <a:avLst/>
          </a:prstGeom>
        </p:spPr>
        <p:txBody>
          <a:bodyPr/>
          <a:lstStyle>
            <a:lvl1pPr algn="l">
              <a:defRPr lang="zh-CN" altLang="en-US" sz="2000" b="1" smtClean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defTabSz="457200">
              <a:defRPr/>
            </a:pPr>
            <a:r>
              <a:rPr lang="zh-CN" altLang="en-US">
                <a:solidFill>
                  <a:prstClr val="white">
                    <a:lumMod val="95000"/>
                  </a:prstClr>
                </a:solidFill>
              </a:rPr>
              <a:t>王朝（</a:t>
            </a:r>
            <a:r>
              <a:rPr lang="en-US" altLang="zh-CN">
                <a:solidFill>
                  <a:prstClr val="white">
                    <a:lumMod val="95000"/>
                  </a:prstClr>
                </a:solidFill>
              </a:rPr>
              <a:t>Wang Chao</a:t>
            </a:r>
            <a:r>
              <a:rPr lang="zh-CN" altLang="en-US">
                <a:solidFill>
                  <a:prstClr val="white">
                    <a:lumMod val="95000"/>
                  </a:prstClr>
                </a:solidFill>
              </a:rPr>
              <a:t>）</a:t>
            </a:r>
            <a:endParaRPr lang="en-US">
              <a:solidFill>
                <a:prstClr val="white">
                  <a:lumMod val="95000"/>
                </a:prstClr>
              </a:solidFill>
            </a:endParaRPr>
          </a:p>
        </p:txBody>
      </p:sp>
      <p:sp>
        <p:nvSpPr>
          <p:cNvPr id="9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2987073" y="6416676"/>
            <a:ext cx="6217857" cy="365125"/>
          </a:xfrm>
          <a:prstGeom prst="rect">
            <a:avLst/>
          </a:prstGeom>
        </p:spPr>
        <p:txBody>
          <a:bodyPr/>
          <a:lstStyle>
            <a:lvl1pPr algn="ctr">
              <a:defRPr b="1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defTabSz="457200">
              <a:defRPr/>
            </a:pPr>
            <a:r>
              <a:rPr lang="en-US" altLang="zh-CN" sz="2000">
                <a:solidFill>
                  <a:prstClr val="white">
                    <a:lumMod val="95000"/>
                  </a:prstClr>
                </a:solidFill>
              </a:rPr>
              <a:t>RSIC</a:t>
            </a:r>
          </a:p>
        </p:txBody>
      </p:sp>
    </p:spTree>
    <p:extLst>
      <p:ext uri="{BB962C8B-B14F-4D97-AF65-F5344CB8AC3E}">
        <p14:creationId xmlns:p14="http://schemas.microsoft.com/office/powerpoint/2010/main" val="41199753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  <a:endParaRPr lang="en-SG" dirty="0"/>
          </a:p>
        </p:txBody>
      </p:sp>
      <p:sp>
        <p:nvSpPr>
          <p:cNvPr id="6" name="Content Placeholder 2"/>
          <p:cNvSpPr>
            <a:spLocks noGrp="1"/>
          </p:cNvSpPr>
          <p:nvPr>
            <p:ph sz="half" idx="1"/>
          </p:nvPr>
        </p:nvSpPr>
        <p:spPr>
          <a:xfrm>
            <a:off x="203200" y="914400"/>
            <a:ext cx="11845461" cy="1722512"/>
          </a:xfrm>
        </p:spPr>
        <p:txBody>
          <a:bodyPr/>
          <a:lstStyle>
            <a:lvl1pPr marL="342900" indent="-342900">
              <a:buFont typeface="Wingdings" panose="05000000000000000000" pitchFamily="2" charset="2"/>
              <a:buChar char="§"/>
              <a:defRPr sz="2400"/>
            </a:lvl1pPr>
            <a:lvl2pPr>
              <a:defRPr sz="2400"/>
            </a:lvl2pPr>
            <a:lvl3pPr marL="1143000" indent="-228600">
              <a:buFont typeface="Wingdings" panose="05000000000000000000" pitchFamily="2" charset="2"/>
              <a:buChar char="§"/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half" idx="13"/>
          </p:nvPr>
        </p:nvSpPr>
        <p:spPr>
          <a:xfrm>
            <a:off x="203200" y="2708920"/>
            <a:ext cx="11845461" cy="3528392"/>
          </a:xfrm>
        </p:spPr>
        <p:txBody>
          <a:bodyPr/>
          <a:lstStyle>
            <a:lvl1pPr marL="342900" indent="-342900">
              <a:buFont typeface="Wingdings" panose="05000000000000000000" pitchFamily="2" charset="2"/>
              <a:buChar char="§"/>
              <a:defRPr sz="2400"/>
            </a:lvl1pPr>
            <a:lvl2pPr>
              <a:defRPr sz="2400"/>
            </a:lvl2pPr>
            <a:lvl3pPr marL="1143000" indent="-228600">
              <a:buFont typeface="Wingdings" panose="05000000000000000000" pitchFamily="2" charset="2"/>
              <a:buChar char="§"/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AutoShape 4"/>
          <p:cNvSpPr>
            <a:spLocks noChangeArrowheads="1"/>
          </p:cNvSpPr>
          <p:nvPr userDrawn="1"/>
        </p:nvSpPr>
        <p:spPr bwMode="auto">
          <a:xfrm>
            <a:off x="254000" y="768318"/>
            <a:ext cx="11734800" cy="109538"/>
          </a:xfrm>
          <a:custGeom>
            <a:avLst/>
            <a:gdLst>
              <a:gd name="T0" fmla="*/ 0 w 1000"/>
              <a:gd name="T1" fmla="*/ 0 h 1000"/>
              <a:gd name="T2" fmla="*/ 585 w 1000"/>
              <a:gd name="T3" fmla="*/ 0 h 1000"/>
              <a:gd name="T4" fmla="*/ 585 w 1000"/>
              <a:gd name="T5" fmla="*/ 1000 h 1000"/>
              <a:gd name="T6" fmla="*/ 0 w 1000"/>
              <a:gd name="T7" fmla="*/ 1000 h 1000"/>
              <a:gd name="T8" fmla="*/ 0 w 1000"/>
              <a:gd name="T9" fmla="*/ 0 h 1000"/>
              <a:gd name="T10" fmla="*/ 1000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00"/>
              <a:gd name="T19" fmla="*/ 0 h 1000"/>
              <a:gd name="T20" fmla="*/ 1000 w 1000"/>
              <a:gd name="T21" fmla="*/ 1000 h 10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00" h="100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CC0000"/>
          </a:solidFill>
          <a:ln w="9525" cmpd="sng">
            <a:solidFill>
              <a:srgbClr val="CC0000"/>
            </a:solidFill>
            <a:miter lim="800000"/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zh-CN" altLang="zh-CN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/>
              <a:ea typeface="黑体" panose="02010609060101010101" pitchFamily="49" charset="-122"/>
              <a:cs typeface="+mn-cs"/>
              <a:sym typeface="Verdana" panose="020B0604030504040204" pitchFamily="34" charset="0"/>
            </a:endParaRPr>
          </a:p>
        </p:txBody>
      </p:sp>
      <p:sp>
        <p:nvSpPr>
          <p:cNvPr id="1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737600" y="6416676"/>
            <a:ext cx="3251200" cy="365125"/>
          </a:xfr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r" defTabSz="457200">
              <a:defRPr/>
            </a:pPr>
            <a:r>
              <a:rPr lang="en-US" sz="2000" b="1">
                <a:solidFill>
                  <a:prstClr val="white"/>
                </a:solidFill>
              </a:rPr>
              <a:t>Slide </a:t>
            </a:r>
            <a:fld id="{43D13783-42DA-4D39-B1EE-338536AF036D}" type="slidenum">
              <a:rPr lang="en-US" sz="2000" b="1" smtClean="0">
                <a:solidFill>
                  <a:prstClr val="white"/>
                </a:solidFill>
              </a:rPr>
              <a:pPr algn="r" defTabSz="457200">
                <a:defRPr/>
              </a:pPr>
              <a:t>‹#›</a:t>
            </a:fld>
            <a:endParaRPr lang="en-US" sz="2000" b="1">
              <a:solidFill>
                <a:prstClr val="white"/>
              </a:solidFill>
            </a:endParaRPr>
          </a:p>
        </p:txBody>
      </p:sp>
      <p:sp>
        <p:nvSpPr>
          <p:cNvPr id="15" name="Date Placeholder 4"/>
          <p:cNvSpPr>
            <a:spLocks noGrp="1"/>
          </p:cNvSpPr>
          <p:nvPr>
            <p:ph type="dt" sz="half" idx="2"/>
          </p:nvPr>
        </p:nvSpPr>
        <p:spPr>
          <a:xfrm>
            <a:off x="203200" y="6416676"/>
            <a:ext cx="3251200" cy="365125"/>
          </a:xfrm>
          <a:prstGeom prst="rect">
            <a:avLst/>
          </a:prstGeom>
        </p:spPr>
        <p:txBody>
          <a:bodyPr/>
          <a:lstStyle>
            <a:lvl1pPr algn="l">
              <a:defRPr lang="zh-CN" altLang="en-US" sz="2000" b="1" smtClean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defTabSz="457200">
              <a:defRPr/>
            </a:pPr>
            <a:r>
              <a:rPr lang="zh-CN" altLang="en-US">
                <a:solidFill>
                  <a:prstClr val="white">
                    <a:lumMod val="95000"/>
                  </a:prstClr>
                </a:solidFill>
              </a:rPr>
              <a:t>王朝（</a:t>
            </a:r>
            <a:r>
              <a:rPr lang="en-US" altLang="zh-CN">
                <a:solidFill>
                  <a:prstClr val="white">
                    <a:lumMod val="95000"/>
                  </a:prstClr>
                </a:solidFill>
              </a:rPr>
              <a:t>Wang Chao</a:t>
            </a:r>
            <a:r>
              <a:rPr lang="zh-CN" altLang="en-US">
                <a:solidFill>
                  <a:prstClr val="white">
                    <a:lumMod val="95000"/>
                  </a:prstClr>
                </a:solidFill>
              </a:rPr>
              <a:t>）</a:t>
            </a:r>
            <a:endParaRPr lang="en-US">
              <a:solidFill>
                <a:prstClr val="white">
                  <a:lumMod val="95000"/>
                </a:prstClr>
              </a:solidFill>
            </a:endParaRPr>
          </a:p>
        </p:txBody>
      </p:sp>
      <p:sp>
        <p:nvSpPr>
          <p:cNvPr id="16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2987073" y="6416676"/>
            <a:ext cx="6217857" cy="365125"/>
          </a:xfrm>
          <a:prstGeom prst="rect">
            <a:avLst/>
          </a:prstGeom>
        </p:spPr>
        <p:txBody>
          <a:bodyPr/>
          <a:lstStyle>
            <a:lvl1pPr algn="ctr">
              <a:defRPr b="1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defTabSz="457200">
              <a:defRPr/>
            </a:pPr>
            <a:r>
              <a:rPr lang="en-US" altLang="zh-CN" sz="2000">
                <a:solidFill>
                  <a:prstClr val="white">
                    <a:lumMod val="95000"/>
                  </a:prstClr>
                </a:solidFill>
              </a:rPr>
              <a:t>RSIC</a:t>
            </a:r>
          </a:p>
        </p:txBody>
      </p:sp>
    </p:spTree>
    <p:extLst>
      <p:ext uri="{BB962C8B-B14F-4D97-AF65-F5344CB8AC3E}">
        <p14:creationId xmlns:p14="http://schemas.microsoft.com/office/powerpoint/2010/main" val="24243698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6324600"/>
            <a:ext cx="12192000" cy="533400"/>
          </a:xfrm>
          <a:prstGeom prst="rect">
            <a:avLst/>
          </a:prstGeom>
          <a:solidFill>
            <a:srgbClr val="CC0000"/>
          </a:solidFill>
          <a:ln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3200" y="152400"/>
            <a:ext cx="11785600" cy="609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3200" y="914400"/>
            <a:ext cx="11785600" cy="5257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737600" y="6416676"/>
            <a:ext cx="3251200" cy="365125"/>
          </a:xfr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r" defTabSz="457200">
              <a:defRPr/>
            </a:pPr>
            <a:r>
              <a:rPr lang="en-US" sz="2000" b="1">
                <a:solidFill>
                  <a:prstClr val="white"/>
                </a:solidFill>
              </a:rPr>
              <a:t>Slide </a:t>
            </a:r>
            <a:fld id="{43D13783-42DA-4D39-B1EE-338536AF036D}" type="slidenum">
              <a:rPr lang="en-US" sz="2000" b="1" smtClean="0">
                <a:solidFill>
                  <a:prstClr val="white"/>
                </a:solidFill>
              </a:rPr>
              <a:pPr algn="r" defTabSz="457200">
                <a:defRPr/>
              </a:pPr>
              <a:t>‹#›</a:t>
            </a:fld>
            <a:endParaRPr lang="en-US" sz="2000" b="1">
              <a:solidFill>
                <a:prstClr val="white"/>
              </a:solidFill>
            </a:endParaRPr>
          </a:p>
        </p:txBody>
      </p:sp>
      <p:sp>
        <p:nvSpPr>
          <p:cNvPr id="10" name="Date Placeholder 4"/>
          <p:cNvSpPr>
            <a:spLocks noGrp="1"/>
          </p:cNvSpPr>
          <p:nvPr>
            <p:ph type="dt" sz="half" idx="2"/>
          </p:nvPr>
        </p:nvSpPr>
        <p:spPr>
          <a:xfrm>
            <a:off x="203200" y="6416676"/>
            <a:ext cx="3251200" cy="365125"/>
          </a:xfrm>
          <a:prstGeom prst="rect">
            <a:avLst/>
          </a:prstGeom>
        </p:spPr>
        <p:txBody>
          <a:bodyPr/>
          <a:lstStyle>
            <a:lvl1pPr algn="l">
              <a:defRPr lang="zh-CN" altLang="en-US" sz="2000" b="1" smtClean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defTabSz="457200">
              <a:defRPr/>
            </a:pPr>
            <a:r>
              <a:rPr lang="zh-CN" altLang="en-US">
                <a:solidFill>
                  <a:prstClr val="white">
                    <a:lumMod val="95000"/>
                  </a:prstClr>
                </a:solidFill>
              </a:rPr>
              <a:t>王朝（</a:t>
            </a:r>
            <a:r>
              <a:rPr lang="en-US" altLang="zh-CN">
                <a:solidFill>
                  <a:prstClr val="white">
                    <a:lumMod val="95000"/>
                  </a:prstClr>
                </a:solidFill>
              </a:rPr>
              <a:t>Wang Chao</a:t>
            </a:r>
            <a:r>
              <a:rPr lang="zh-CN" altLang="en-US">
                <a:solidFill>
                  <a:prstClr val="white">
                    <a:lumMod val="95000"/>
                  </a:prstClr>
                </a:solidFill>
              </a:rPr>
              <a:t>）</a:t>
            </a:r>
            <a:endParaRPr lang="en-US">
              <a:solidFill>
                <a:prstClr val="white">
                  <a:lumMod val="95000"/>
                </a:prstClr>
              </a:solidFill>
            </a:endParaRPr>
          </a:p>
        </p:txBody>
      </p:sp>
      <p:sp>
        <p:nvSpPr>
          <p:cNvPr id="11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2987073" y="6416676"/>
            <a:ext cx="6217857" cy="365125"/>
          </a:xfrm>
          <a:prstGeom prst="rect">
            <a:avLst/>
          </a:prstGeom>
        </p:spPr>
        <p:txBody>
          <a:bodyPr/>
          <a:lstStyle>
            <a:lvl1pPr algn="ctr">
              <a:defRPr b="1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defTabSz="457200">
              <a:defRPr/>
            </a:pPr>
            <a:r>
              <a:rPr lang="en-SG" altLang="zh-CN" sz="2000">
                <a:solidFill>
                  <a:prstClr val="white">
                    <a:lumMod val="95000"/>
                  </a:prstClr>
                </a:solidFill>
              </a:rPr>
              <a:t>RSIC</a:t>
            </a:r>
            <a:endParaRPr lang="en-US" sz="2000">
              <a:solidFill>
                <a:prstClr val="white">
                  <a:lumMod val="9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3121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/>
  <p:txStyles>
    <p:titleStyle>
      <a:lvl1pPr algn="ctr" defTabSz="914400" rtl="0" eaLnBrk="1" latinLnBrk="0" hangingPunct="1">
        <a:spcBef>
          <a:spcPct val="0"/>
        </a:spcBef>
        <a:buNone/>
        <a:defRPr sz="3600" b="1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3D8CCD-59D5-45B7-A6C5-437F4E06DD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Summary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9AB585-C444-4455-915E-D2302B8BAE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3200" y="914399"/>
            <a:ext cx="11988800" cy="5410201"/>
          </a:xfrm>
        </p:spPr>
        <p:txBody>
          <a:bodyPr>
            <a:normAutofit/>
          </a:bodyPr>
          <a:lstStyle/>
          <a:p>
            <a:pPr marL="0" indent="0">
              <a:lnSpc>
                <a:spcPct val="114000"/>
              </a:lnSpc>
              <a:buFont typeface="Arial" panose="020B0604020202020204" pitchFamily="34" charset="0"/>
              <a:buNone/>
            </a:pPr>
            <a:r>
              <a:rPr lang="en-US" altLang="zh-CN" sz="2800" dirty="0">
                <a:latin typeface="Arial" panose="020B0604020202020204" pitchFamily="34" charset="0"/>
              </a:rPr>
              <a:t>+ Priority 1(major activities)</a:t>
            </a:r>
            <a:r>
              <a:rPr lang="en-US" altLang="zh-CN" sz="2800" dirty="0">
                <a:latin typeface="Arial" panose="020B0604020202020204" pitchFamily="34" charset="0"/>
                <a:sym typeface="+mn-ea"/>
              </a:rPr>
              <a:t> </a:t>
            </a:r>
          </a:p>
          <a:p>
            <a:pPr lvl="1">
              <a:lnSpc>
                <a:spcPct val="114000"/>
              </a:lnSpc>
              <a:buFont typeface="Arial" panose="020B0604020202020204" pitchFamily="34" charset="0"/>
              <a:buChar char="−"/>
            </a:pPr>
            <a:r>
              <a:rPr lang="en-US" sz="2400" dirty="0">
                <a:latin typeface="Arial" panose="020B0604020202020204" pitchFamily="34" charset="0"/>
              </a:rPr>
              <a:t>Working </a:t>
            </a:r>
            <a:r>
              <a:rPr lang="en-US" sz="2400" dirty="0"/>
              <a:t>on the LLM-LDO paper writing</a:t>
            </a:r>
          </a:p>
          <a:p>
            <a:pPr lvl="1">
              <a:lnSpc>
                <a:spcPct val="114000"/>
              </a:lnSpc>
              <a:buFont typeface="Arial" panose="020B0604020202020204" pitchFamily="34" charset="0"/>
              <a:buChar char="−"/>
            </a:pPr>
            <a:r>
              <a:rPr lang="en-US" sz="2400" dirty="0"/>
              <a:t>Email sending system for Prof Lian</a:t>
            </a:r>
          </a:p>
          <a:p>
            <a:pPr marL="0" indent="0">
              <a:lnSpc>
                <a:spcPct val="114000"/>
              </a:lnSpc>
              <a:buNone/>
            </a:pPr>
            <a:r>
              <a:rPr lang="en-US" altLang="zh-CN" sz="2800" dirty="0">
                <a:latin typeface="Arial" panose="020B0604020202020204" pitchFamily="34" charset="0"/>
              </a:rPr>
              <a:t>+ Priority 2(side activities)</a:t>
            </a:r>
          </a:p>
          <a:p>
            <a:pPr marL="0" indent="0">
              <a:lnSpc>
                <a:spcPct val="114000"/>
              </a:lnSpc>
              <a:buFont typeface="Arial" panose="020B0604020202020204" pitchFamily="34" charset="0"/>
              <a:buNone/>
            </a:pPr>
            <a:r>
              <a:rPr lang="en-US" altLang="zh-CN" sz="2800" dirty="0">
                <a:latin typeface="Arial" panose="020B0604020202020204" pitchFamily="34" charset="0"/>
              </a:rPr>
              <a:t>+ Priority 3(upcoming activities) </a:t>
            </a:r>
          </a:p>
          <a:p>
            <a:pPr lvl="1">
              <a:lnSpc>
                <a:spcPct val="114000"/>
              </a:lnSpc>
              <a:buFont typeface="Arial" panose="020B0604020202020204" pitchFamily="34" charset="0"/>
              <a:buChar char="−"/>
            </a:pPr>
            <a:r>
              <a:rPr lang="en-US" sz="2400" dirty="0"/>
              <a:t>Resume the work on repos</a:t>
            </a:r>
          </a:p>
          <a:p>
            <a:pPr lvl="1">
              <a:lnSpc>
                <a:spcPct val="114000"/>
              </a:lnSpc>
              <a:buFont typeface="Arial" panose="020B0604020202020204" pitchFamily="34" charset="0"/>
              <a:buChar char="−"/>
            </a:pPr>
            <a:r>
              <a:rPr lang="en-US" sz="2400" dirty="0">
                <a:latin typeface="Arial" panose="020B0604020202020204" pitchFamily="34" charset="0"/>
              </a:rPr>
              <a:t>Working </a:t>
            </a:r>
            <a:r>
              <a:rPr lang="en-US" sz="2400" dirty="0"/>
              <a:t>on the LLM-LDO paper writing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8B0F453-6757-4960-A943-66590476E2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Slide </a:t>
            </a:r>
            <a:fld id="{43D13783-42DA-4D39-B1EE-338536AF036D}" type="slidenum">
              <a:rPr kumimoji="0" lang="en-US" sz="20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20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CD240BB-3F98-4589-BE7A-5FA09D1A1C9C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</a:rPr>
              <a:t>王朝（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</a:rPr>
              <a:t>Wang Chao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</a:rPr>
              <a:t>）</a:t>
            </a:r>
            <a:endParaRPr kumimoji="0" lang="en-US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210728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1763C9-5259-4533-8C1F-98488C2121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1200" y="1718387"/>
            <a:ext cx="8229600" cy="1600200"/>
          </a:xfrm>
        </p:spPr>
        <p:txBody>
          <a:bodyPr>
            <a:normAutofit/>
          </a:bodyPr>
          <a:lstStyle/>
          <a:p>
            <a:r>
              <a:rPr lang="en-US" altLang="zh-CN" dirty="0"/>
              <a:t>Week 31</a:t>
            </a:r>
            <a:br>
              <a:rPr lang="en-US" altLang="zh-CN" dirty="0"/>
            </a:br>
            <a:r>
              <a:rPr lang="en-US" altLang="zh-CN" dirty="0"/>
              <a:t>3</a:t>
            </a:r>
            <a:r>
              <a:rPr lang="en-US" altLang="zh-CN" baseline="30000" dirty="0"/>
              <a:t>rd</a:t>
            </a:r>
            <a:r>
              <a:rPr lang="en-US" altLang="zh-CN" dirty="0"/>
              <a:t> August 2026</a:t>
            </a:r>
            <a:endParaRPr lang="zh-CN" alt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79ED022-C0BD-423A-B53F-946B7552807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/>
              <a:t>Wang Chao</a:t>
            </a:r>
          </a:p>
          <a:p>
            <a:r>
              <a:rPr lang="en-US" altLang="zh-CN" dirty="0"/>
              <a:t>Dept. of Micro/Nano Electronics</a:t>
            </a:r>
          </a:p>
          <a:p>
            <a:r>
              <a:rPr lang="en-US" altLang="zh-CN" dirty="0"/>
              <a:t>Shanghai Jiao Tong University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1AB9FB3-7A52-4B99-A21C-8A86D5ABF2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Slide </a:t>
            </a:r>
            <a:fld id="{43D13783-42DA-4D39-B1EE-338536AF036D}" type="slidenum"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日期占位符 5">
            <a:extLst>
              <a:ext uri="{FF2B5EF4-FFF2-40B4-BE49-F238E27FC236}">
                <a16:creationId xmlns:a16="http://schemas.microsoft.com/office/drawing/2014/main" id="{21191CE5-BA1B-4808-8AE6-5F7CD0025514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王朝（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Wang Chao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24335380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F26B01-9765-BA52-8970-EC09B04C6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LayoutGym: Scalable Analog Layout Evaluation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8A6228-4187-B10E-8F8F-74022B1558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zh-CN" dirty="0"/>
              <a:t>Objective</a:t>
            </a:r>
          </a:p>
          <a:p>
            <a:pPr lvl="1" algn="just"/>
            <a:r>
              <a:rPr lang="en-US" altLang="zh-CN" dirty="0"/>
              <a:t>Remove transistor-scale scoring limits for large analog arrays. </a:t>
            </a:r>
          </a:p>
          <a:p>
            <a:pPr lvl="1" algn="just"/>
            <a:r>
              <a:rPr lang="en-US" altLang="zh-CN" dirty="0"/>
              <a:t>Support PDK-independent layout scoring through generic device geometry input.  </a:t>
            </a:r>
          </a:p>
          <a:p>
            <a:pPr algn="just"/>
            <a:r>
              <a:rPr lang="en-US" altLang="zh-CN" dirty="0"/>
              <a:t>Implemented </a:t>
            </a:r>
          </a:p>
          <a:p>
            <a:pPr lvl="1" algn="just"/>
            <a:r>
              <a:rPr lang="en-US" altLang="zh-CN" dirty="0"/>
              <a:t>PDK-independent JSON device input.  </a:t>
            </a:r>
          </a:p>
          <a:p>
            <a:pPr lvl="1" algn="just"/>
            <a:r>
              <a:rPr lang="en-US" altLang="zh-CN" dirty="0"/>
              <a:t>Configurable distance, process, and symmetry parameters.  </a:t>
            </a:r>
          </a:p>
          <a:p>
            <a:pPr lvl="1" algn="just"/>
            <a:r>
              <a:rPr lang="en-US" altLang="zh-CN" dirty="0"/>
              <a:t>Composite scoring and array-aware analysis.  </a:t>
            </a:r>
          </a:p>
          <a:p>
            <a:pPr lvl="1" algn="just"/>
            <a:r>
              <a:rPr lang="en-US" altLang="zh-CN" dirty="0"/>
              <a:t>Automated dataset synchronization and Sky130 DRC/LVS re-verification.  </a:t>
            </a:r>
          </a:p>
          <a:p>
            <a:pPr lvl="1" algn="just"/>
            <a:r>
              <a:rPr lang="en-US" altLang="zh-CN" dirty="0"/>
              <a:t>Reproducible evaluation evidence and hierarchical LVS preprocessing.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0D4FE8-9DDD-FE0A-1047-A8ACF01CE4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 defTabSz="457200">
              <a:defRPr/>
            </a:pPr>
            <a:r>
              <a:rPr lang="en-US" sz="2000" b="1">
                <a:solidFill>
                  <a:prstClr val="white"/>
                </a:solidFill>
              </a:rPr>
              <a:t>Slide </a:t>
            </a:r>
            <a:fld id="{43D13783-42DA-4D39-B1EE-338536AF036D}" type="slidenum">
              <a:rPr lang="en-US" sz="2000" b="1" smtClean="0">
                <a:solidFill>
                  <a:prstClr val="white"/>
                </a:solidFill>
              </a:rPr>
              <a:pPr algn="r" defTabSz="457200">
                <a:defRPr/>
              </a:pPr>
              <a:t>3</a:t>
            </a:fld>
            <a:endParaRPr lang="en-US" sz="2000" b="1" dirty="0">
              <a:solidFill>
                <a:prstClr val="white"/>
              </a:solidFill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C4C788-656C-8A68-1E8A-CA5D176A4BBB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 defTabSz="457200">
              <a:defRPr/>
            </a:pPr>
            <a:r>
              <a:rPr lang="zh-CN" altLang="en-US" dirty="0">
                <a:solidFill>
                  <a:prstClr val="white">
                    <a:lumMod val="95000"/>
                  </a:prstClr>
                </a:solidFill>
              </a:rPr>
              <a:t>王朝（</a:t>
            </a:r>
            <a:r>
              <a:rPr lang="en-US" altLang="zh-CN" dirty="0">
                <a:solidFill>
                  <a:prstClr val="white">
                    <a:lumMod val="95000"/>
                  </a:prstClr>
                </a:solidFill>
              </a:rPr>
              <a:t>Wang Chao</a:t>
            </a:r>
            <a:r>
              <a:rPr lang="en-US" dirty="0">
                <a:solidFill>
                  <a:prstClr val="white">
                    <a:lumMod val="95000"/>
                  </a:prstClr>
                </a:solidFill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2608944504"/>
      </p:ext>
    </p:extLst>
  </p:cSld>
  <p:clrMapOvr>
    <a:masterClrMapping/>
  </p:clrMapOvr>
</p:sld>
</file>

<file path=ppt/theme/theme1.xml><?xml version="1.0" encoding="utf-8"?>
<a:theme xmlns:a="http://schemas.openxmlformats.org/drawingml/2006/main" name="yongfu-proposal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Opulent">
      <a:majorFont>
        <a:latin typeface="Trebuchet MS"/>
        <a:ea typeface=""/>
        <a:cs typeface=""/>
        <a:font script="Jpan" typeface="HG丸ｺﾞｼｯｸM-PRO"/>
        <a:font script="Hang" typeface="HY그래픽M"/>
        <a:font script="Hans" typeface="黑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8304</TotalTime>
  <Words>152</Words>
  <Application>Microsoft Office PowerPoint</Application>
  <PresentationFormat>Widescreen</PresentationFormat>
  <Paragraphs>30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0" baseType="lpstr">
      <vt:lpstr>等线</vt:lpstr>
      <vt:lpstr>微软雅黑</vt:lpstr>
      <vt:lpstr>Arial</vt:lpstr>
      <vt:lpstr>Trebuchet MS</vt:lpstr>
      <vt:lpstr>Verdana</vt:lpstr>
      <vt:lpstr>Wingdings</vt:lpstr>
      <vt:lpstr>yongfu-proposal</vt:lpstr>
      <vt:lpstr>Summary</vt:lpstr>
      <vt:lpstr>Week 31 3rd August 2026</vt:lpstr>
      <vt:lpstr>LayoutGym: Scalable Analog Layout Evaluation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1 6th Jan. 2025</dc:title>
  <dc:creator>singye buno</dc:creator>
  <cp:lastModifiedBy>王朝</cp:lastModifiedBy>
  <cp:revision>2402</cp:revision>
  <dcterms:created xsi:type="dcterms:W3CDTF">2025-01-06T08:22:21Z</dcterms:created>
  <dcterms:modified xsi:type="dcterms:W3CDTF">2026-07-30T14:25:44Z</dcterms:modified>
</cp:coreProperties>
</file>