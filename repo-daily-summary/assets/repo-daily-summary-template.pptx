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3779" r:id="rId2"/>
    <p:sldId id="3780" r:id="rId3"/>
    <p:sldId id="3782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ngye buno" initials="sb" lastIdx="1" clrIdx="0">
    <p:extLst>
      <p:ext uri="{19B8F6BF-5375-455C-9EA6-DF929625EA0E}">
        <p15:presenceInfo xmlns:p15="http://schemas.microsoft.com/office/powerpoint/2012/main" userId="e297bed6a80cb55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91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commentAuthors" Target="commentAuthors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23F26-007C-4865-BA03-302A8A996E21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4BF90-2C1C-4CCF-92E5-1DEC24245B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60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ECDFFF-6810-4A57-9032-D2D77A5B759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6260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7BC1D0-F43A-4E90-A07B-011F508F42F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82490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33400"/>
            <a:ext cx="10972800" cy="1600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" y="2286000"/>
            <a:ext cx="10972800" cy="1676400"/>
          </a:xfrm>
        </p:spPr>
        <p:txBody>
          <a:bodyPr anchor="ctr"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author name(s)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4114800"/>
            <a:ext cx="10972800" cy="1676400"/>
          </a:xfrm>
        </p:spPr>
        <p:txBody>
          <a:bodyPr anchor="ctr"/>
          <a:lstStyle>
            <a:lvl1pPr marL="0" indent="0" algn="ctr">
              <a:buFontTx/>
              <a:buNone/>
              <a:defRPr b="1" baseline="0"/>
            </a:lvl1pPr>
            <a:lvl2pPr marL="457200" indent="0" algn="ctr">
              <a:buFontTx/>
              <a:buNone/>
              <a:defRPr/>
            </a:lvl2pPr>
            <a:lvl3pPr marL="914400" indent="0" algn="ctr">
              <a:buFontTx/>
              <a:buNone/>
              <a:defRPr/>
            </a:lvl3pPr>
            <a:lvl4pPr marL="1371600" indent="0" algn="ctr">
              <a:buFontTx/>
              <a:buNone/>
              <a:defRPr/>
            </a:lvl4pPr>
            <a:lvl5pPr marL="18288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add author affiliations(s)</a:t>
            </a: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4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  <a:endParaRPr lang="en-US" sz="2000">
              <a:solidFill>
                <a:prstClr val="white">
                  <a:lumMod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839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4"/>
          <p:cNvSpPr>
            <a:spLocks noChangeArrowheads="1"/>
          </p:cNvSpPr>
          <p:nvPr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3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914400"/>
            <a:ext cx="11785600" cy="5257800"/>
          </a:xfrm>
        </p:spPr>
        <p:txBody>
          <a:bodyPr>
            <a:normAutofit/>
          </a:bodyPr>
          <a:lstStyle>
            <a:lvl1pPr marL="342900" indent="-342900">
              <a:spcBef>
                <a:spcPts val="0"/>
              </a:spcBef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spcBef>
                <a:spcPts val="0"/>
              </a:spcBef>
              <a:defRPr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1143000" indent="-228600"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spcBef>
                <a:spcPts val="0"/>
              </a:spcBef>
              <a:defRPr sz="18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>
              <a:spcBef>
                <a:spcPts val="0"/>
              </a:spcBef>
              <a:defRPr sz="18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r" defTabSz="457200">
              <a:defRPr/>
            </a:pPr>
            <a:r>
              <a:rPr lang="en-US" sz="2000" b="1" dirty="0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 dirty="0">
              <a:solidFill>
                <a:prstClr val="white"/>
              </a:solidFill>
            </a:endParaRP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zh-CN" altLang="en-US" dirty="0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 dirty="0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en-US" dirty="0">
                <a:solidFill>
                  <a:prstClr val="white">
                    <a:lumMod val="95000"/>
                  </a:prstClr>
                </a:solidFill>
              </a:rPr>
              <a:t>）</a:t>
            </a: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en-US" altLang="zh-CN" sz="2000" dirty="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788317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203200" y="914400"/>
            <a:ext cx="11845461" cy="1722512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203200" y="2708920"/>
            <a:ext cx="11845461" cy="3528392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2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964727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203200" y="4537995"/>
            <a:ext cx="11845461" cy="1722512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203200" y="927970"/>
            <a:ext cx="11845461" cy="3528392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2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3432637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203200" y="3573016"/>
            <a:ext cx="11845461" cy="25920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203200" y="927970"/>
            <a:ext cx="11845461" cy="25920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2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409427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203200" y="914400"/>
            <a:ext cx="11845461" cy="4818856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203200" y="5877272"/>
            <a:ext cx="11845461" cy="360040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2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3436381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3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3200" y="914400"/>
            <a:ext cx="5791200" cy="52578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791200" cy="52578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AutoShape 4"/>
          <p:cNvSpPr>
            <a:spLocks noChangeArrowheads="1"/>
          </p:cNvSpPr>
          <p:nvPr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4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3604732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914400"/>
            <a:ext cx="5791200" cy="8382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3200" y="1905000"/>
            <a:ext cx="5793317" cy="42672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0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4400"/>
            <a:ext cx="5795433" cy="8382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1905000"/>
            <a:ext cx="5791200" cy="42672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0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AutoShape 4"/>
          <p:cNvSpPr>
            <a:spLocks noChangeArrowheads="1"/>
          </p:cNvSpPr>
          <p:nvPr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4" name="Date Placeholder 4"/>
          <p:cNvSpPr>
            <a:spLocks noGrp="1"/>
          </p:cNvSpPr>
          <p:nvPr>
            <p:ph type="dt" sz="half" idx="11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5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154772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2907491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4119975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203200" y="914400"/>
            <a:ext cx="11845461" cy="1722512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203200" y="2708920"/>
            <a:ext cx="11845461" cy="3528392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AutoShape 4"/>
          <p:cNvSpPr>
            <a:spLocks noChangeArrowheads="1"/>
          </p:cNvSpPr>
          <p:nvPr userDrawn="1"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5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24243698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3200" y="152400"/>
            <a:ext cx="11785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914400"/>
            <a:ext cx="117856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SG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  <a:endParaRPr lang="en-US" sz="2000">
              <a:solidFill>
                <a:prstClr val="white">
                  <a:lumMod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121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3D8CCD-59D5-45B7-A6C5-437F4E06D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[Reporting Period] Multi-Repo Summary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9AB585-C444-4455-915E-D2302B8BA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914399"/>
            <a:ext cx="11988800" cy="5410201"/>
          </a:xfrm>
        </p:spPr>
        <p:txBody>
          <a:bodyPr wrap="square">
            <a:normAutofit/>
          </a:bodyPr>
          <a:lstStyle/>
          <a:p>
            <a:pPr marL="0" indent="0">
              <a:lnSpc>
                <a:spcPct val="114000"/>
              </a:lnSpc>
              <a:buFont typeface="Arial" panose="020B0604020202020204" pitchFamily="34" charset="0"/>
              <a:buNone/>
            </a:pPr>
            <a:r>
              <a:rPr sz="2400" b="1">
                <a:latin typeface="Arial"/>
              </a:rPr>
              <a:t>+ Priority 1 (major progress)</a:t>
            </a:r>
          </a:p>
          <a:p>
            <a:pPr lvl="1"/>
            <a:r>
              <a:rPr sz="2200" b="0">
                <a:latin typeface="Arial"/>
              </a:rPr>
              <a:t>[Repository / workstream] - [validated milestone or capability]</a:t>
            </a:r>
          </a:p>
          <a:p>
            <a:pPr lvl="1"/>
            <a:r>
              <a:rPr sz="2200" b="0">
                <a:latin typeface="Arial"/>
              </a:rPr>
              <a:t>[Repository / workstream] - [validated milestone or capability]</a:t>
            </a:r>
          </a:p>
          <a:p>
            <a:pPr/>
            <a:r>
              <a:rPr sz="2400" b="1">
                <a:latin typeface="Arial"/>
              </a:rPr>
              <a:t>+ Priority 2 (supporting progress)</a:t>
            </a:r>
          </a:p>
          <a:p>
            <a:pPr lvl="1"/>
            <a:r>
              <a:rPr sz="2200" b="0">
                <a:latin typeface="Arial"/>
              </a:rPr>
              <a:t>[Supporting result, integration, or evaluation progress]</a:t>
            </a:r>
          </a:p>
          <a:p>
            <a:pPr/>
            <a:r>
              <a:rPr sz="2400" b="1">
                <a:latin typeface="Arial"/>
              </a:rPr>
              <a:t>+ Priority 3 (next priorities)</a:t>
            </a:r>
          </a:p>
          <a:p>
            <a:pPr lvl="1"/>
            <a:r>
              <a:rPr sz="2200" b="0">
                <a:latin typeface="Arial"/>
              </a:rPr>
              <a:t>[Highest-priority next milestone]</a:t>
            </a:r>
          </a:p>
          <a:p>
            <a:pPr lvl="1"/>
            <a:r>
              <a:rPr sz="2200" b="0">
                <a:latin typeface="Arial"/>
              </a:rPr>
              <a:t>[Second next milestone or dependency]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B0F453-6757-4960-A943-66590476E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Slide </a:t>
            </a:r>
            <a:fld id="{43D13783-42DA-4D39-B1EE-338536AF036D}" type="slidenum"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D240BB-3F98-4589-BE7A-5FA09D1A1C9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sz="2000" b="1">
                <a:latin typeface="Arial"/>
              </a:rPr>
              <a:t>[Name]</a:t>
            </a:r>
          </a:p>
        </p:txBody>
      </p:sp>
    </p:spTree>
    <p:extLst>
      <p:ext uri="{BB962C8B-B14F-4D97-AF65-F5344CB8AC3E}">
        <p14:creationId xmlns:p14="http://schemas.microsoft.com/office/powerpoint/2010/main" val="221072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1763C9-5259-4533-8C1F-98488C212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718387"/>
            <a:ext cx="8229600" cy="1600200"/>
          </a:xfrm>
        </p:spPr>
        <p:txBody>
          <a:bodyPr>
            <a:normAutofit/>
          </a:bodyPr>
          <a:lstStyle/>
          <a:p>
            <a:r>
              <a:t>Week [WW]</a:t>
            </a:r>
            <a:br/>
            <a:r>
              <a:t>[DD Month YYYY]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9ED022-C0BD-423A-B53F-946B755280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[Name]</a:t>
            </a:r>
          </a:p>
          <a:p>
            <a:r>
              <a:t>[Department]</a:t>
            </a:r>
          </a:p>
          <a:p>
            <a:r>
              <a:t>[Institution]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AB9FB3-7A52-4B99-A21C-8A86D5ABF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43D13783-42DA-4D39-B1EE-338536AF036D}" type="slidenum"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21191CE5-BA1B-4808-8AE6-5F7CD002551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sz="2000" b="1">
                <a:latin typeface="Arial"/>
              </a:rPr>
              <a:t>[Name]</a:t>
            </a:r>
          </a:p>
        </p:txBody>
      </p:sp>
    </p:spTree>
    <p:extLst>
      <p:ext uri="{BB962C8B-B14F-4D97-AF65-F5344CB8AC3E}">
        <p14:creationId xmlns:p14="http://schemas.microsoft.com/office/powerpoint/2010/main" val="2433538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26B01-9765-BA52-8970-EC09B04C6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[Repository]: [Capability or Research Outcome]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A6228-4187-B10E-8F8F-74022B155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just"/>
            <a:r>
              <a:rPr sz="2400" b="1">
                <a:latin typeface="Arial"/>
              </a:rPr>
              <a:t>Objective</a:t>
            </a:r>
          </a:p>
          <a:p>
            <a:pPr lvl="1"/>
            <a:r>
              <a:rPr sz="1900" b="0">
                <a:latin typeface="Arial"/>
              </a:rPr>
              <a:t>[One sentence describing the research or product objective]</a:t>
            </a:r>
          </a:p>
          <a:p>
            <a:pPr/>
            <a:r>
              <a:rPr sz="2400" b="1">
                <a:latin typeface="Arial"/>
              </a:rPr>
              <a:t>Implemented</a:t>
            </a:r>
          </a:p>
          <a:p>
            <a:pPr lvl="1"/>
            <a:r>
              <a:rPr sz="1900" b="0">
                <a:latin typeface="Arial"/>
              </a:rPr>
              <a:t>[Technical capability and key method, e.g. YOLO, OCR, SPICE]</a:t>
            </a:r>
          </a:p>
          <a:p>
            <a:pPr lvl="1"/>
            <a:r>
              <a:rPr sz="1900" b="0">
                <a:latin typeface="Arial"/>
              </a:rPr>
              <a:t>[Second durable capability]</a:t>
            </a:r>
          </a:p>
          <a:p>
            <a:pPr lvl="1"/>
            <a:r>
              <a:rPr sz="1900" b="0">
                <a:latin typeface="Arial"/>
              </a:rPr>
              <a:t>[Third durable capability]</a:t>
            </a:r>
          </a:p>
          <a:p>
            <a:pPr/>
            <a:r>
              <a:rPr sz="2400" b="1">
                <a:latin typeface="Arial"/>
              </a:rPr>
              <a:t>Results</a:t>
            </a:r>
          </a:p>
          <a:p>
            <a:pPr lvl="1"/>
            <a:r>
              <a:rPr sz="1900" b="0">
                <a:latin typeface="Arial"/>
              </a:rPr>
              <a:t>[Verified outcome with scale or quantitative evidence]</a:t>
            </a:r>
          </a:p>
          <a:p>
            <a:pPr lvl="1"/>
            <a:r>
              <a:rPr sz="1900" b="0">
                <a:latin typeface="Arial"/>
              </a:rPr>
              <a:t>[Second verified outcome or remaining limitation]</a:t>
            </a:r>
          </a:p>
          <a:p>
            <a:pPr/>
            <a:r>
              <a:rPr sz="2400" b="1">
                <a:latin typeface="Arial"/>
              </a:rPr>
              <a:t>Next</a:t>
            </a:r>
          </a:p>
          <a:p>
            <a:pPr lvl="1"/>
            <a:r>
              <a:rPr sz="1900" b="0">
                <a:latin typeface="Arial"/>
              </a:rPr>
              <a:t>[Next meaningful validation or research milestone]</a:t>
            </a:r>
          </a:p>
          <a:p>
            <a:pPr lvl="1"/>
            <a:r>
              <a:rPr sz="1900" b="0">
                <a:latin typeface="Arial"/>
              </a:rPr>
              <a:t>[Follow-on integration or generalization target]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D4FE8-9DDD-FE0A-1047-A8ACF01CE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3</a:t>
            </a:fld>
            <a:endParaRPr lang="en-US" sz="2000" b="1" dirty="0">
              <a:solidFill>
                <a:prstClr val="white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4C788-656C-8A68-1E8A-CA5D176A4BB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sz="2000" b="1">
                <a:latin typeface="Arial"/>
              </a:rPr>
              <a:t>[Name]</a:t>
            </a:r>
          </a:p>
        </p:txBody>
      </p:sp>
    </p:spTree>
    <p:extLst>
      <p:ext uri="{BB962C8B-B14F-4D97-AF65-F5344CB8AC3E}">
        <p14:creationId xmlns:p14="http://schemas.microsoft.com/office/powerpoint/2010/main" val="2608944504"/>
      </p:ext>
    </p:extLst>
  </p:cSld>
  <p:clrMapOvr>
    <a:masterClrMapping/>
  </p:clrMapOvr>
</p:sld>
</file>

<file path=ppt/theme/theme1.xml><?xml version="1.0" encoding="utf-8"?>
<a:theme xmlns:a="http://schemas.openxmlformats.org/drawingml/2006/main" name="yongfu-proposal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8304</TotalTime>
  <Words>152</Words>
  <Application>Microsoft Office PowerPoint</Application>
  <PresentationFormat>Widescreen</PresentationFormat>
  <Paragraphs>30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等线</vt:lpstr>
      <vt:lpstr>微软雅黑</vt:lpstr>
      <vt:lpstr>Arial</vt:lpstr>
      <vt:lpstr>Trebuchet MS</vt:lpstr>
      <vt:lpstr>Verdana</vt:lpstr>
      <vt:lpstr>Wingdings</vt:lpstr>
      <vt:lpstr>yongfu-proposal</vt:lpstr>
      <vt:lpstr>Summary</vt:lpstr>
      <vt:lpstr>Week 31 3rd August 2026</vt:lpstr>
      <vt:lpstr>LayoutGym: Scalable Analog Layout Evaluation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Repository Daily Summary Template</dc:title>
  <dc:creator>singye buno</dc:creator>
  <cp:lastModifiedBy>王朝</cp:lastModifiedBy>
  <cp:revision>2402</cp:revision>
  <dcterms:created xsi:type="dcterms:W3CDTF">2025-01-06T08:22:21Z</dcterms:created>
  <dcterms:modified xsi:type="dcterms:W3CDTF">2026-07-30T14:25:44Z</dcterms:modified>
  <dc:subject>Advisor-ready weekly and repository progress reporting</dc:subject>
  <dc:description>Slide 1: weekly/multi-repo summary; Slide 2: reporting date; Slide 3: duplicate once per repository.</dc:description>
</cp:coreProperties>
</file>